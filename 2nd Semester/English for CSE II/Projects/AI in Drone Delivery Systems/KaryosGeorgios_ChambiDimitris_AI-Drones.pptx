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11169" y="930275"/>
            <a:ext cx="1889106" cy="1854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2F5B9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150" b="1" i="0">
                <a:solidFill>
                  <a:srgbClr val="07A79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2F5B9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150" b="1" i="0">
                <a:solidFill>
                  <a:srgbClr val="07A79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2F5B9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548412" y="2142289"/>
            <a:ext cx="7115175" cy="7132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ABBCC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2F5B9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48149" y="1607385"/>
            <a:ext cx="5639434" cy="1362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2F5B9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28612" y="4109412"/>
            <a:ext cx="10549255" cy="28105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150" b="1" i="0">
                <a:solidFill>
                  <a:srgbClr val="07A79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0.png"/><Relationship Id="rId6" Type="http://schemas.openxmlformats.org/officeDocument/2006/relationships/image" Target="../media/image28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Relationship Id="rId12" Type="http://schemas.openxmlformats.org/officeDocument/2006/relationships/image" Target="../media/image43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4.png"/><Relationship Id="rId3" Type="http://schemas.openxmlformats.org/officeDocument/2006/relationships/image" Target="../media/image33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48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20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hyperlink" Target="http://www.flyeye.io/is-drone-delivery-artificial-" TargetMode="External"/><Relationship Id="rId6" Type="http://schemas.openxmlformats.org/officeDocument/2006/relationships/image" Target="../media/image75.png"/><Relationship Id="rId7" Type="http://schemas.openxmlformats.org/officeDocument/2006/relationships/image" Target="../media/image76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hyperlink" Target="http://www.roadie.com/blog/2024/10/drones-" TargetMode="External"/><Relationship Id="rId7" Type="http://schemas.openxmlformats.org/officeDocument/2006/relationships/image" Target="../media/image81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2.png"/><Relationship Id="rId3" Type="http://schemas.openxmlformats.org/officeDocument/2006/relationships/image" Target="../media/image80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5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7449741" y="0"/>
            <a:ext cx="838835" cy="853440"/>
            <a:chOff x="17449741" y="0"/>
            <a:chExt cx="838835" cy="853440"/>
          </a:xfrm>
        </p:grpSpPr>
        <p:sp>
          <p:nvSpPr>
            <p:cNvPr id="3" name="object 3" descr=""/>
            <p:cNvSpPr/>
            <p:nvPr/>
          </p:nvSpPr>
          <p:spPr>
            <a:xfrm>
              <a:off x="17450027" y="0"/>
              <a:ext cx="838200" cy="853440"/>
            </a:xfrm>
            <a:custGeom>
              <a:avLst/>
              <a:gdLst/>
              <a:ahLst/>
              <a:cxnLst/>
              <a:rect l="l" t="t" r="r" b="b"/>
              <a:pathLst>
                <a:path w="838200" h="853440">
                  <a:moveTo>
                    <a:pt x="689391" y="853432"/>
                  </a:moveTo>
                  <a:lnTo>
                    <a:pt x="641308" y="851722"/>
                  </a:lnTo>
                  <a:lnTo>
                    <a:pt x="593414" y="846846"/>
                  </a:lnTo>
                  <a:lnTo>
                    <a:pt x="545894" y="838718"/>
                  </a:lnTo>
                  <a:lnTo>
                    <a:pt x="498936" y="827338"/>
                  </a:lnTo>
                  <a:lnTo>
                    <a:pt x="452729" y="812706"/>
                  </a:lnTo>
                  <a:lnTo>
                    <a:pt x="407458" y="794821"/>
                  </a:lnTo>
                  <a:lnTo>
                    <a:pt x="363312" y="773683"/>
                  </a:lnTo>
                  <a:lnTo>
                    <a:pt x="320479" y="749291"/>
                  </a:lnTo>
                  <a:lnTo>
                    <a:pt x="279145" y="721646"/>
                  </a:lnTo>
                  <a:lnTo>
                    <a:pt x="239498" y="690746"/>
                  </a:lnTo>
                  <a:lnTo>
                    <a:pt x="201725" y="656591"/>
                  </a:lnTo>
                  <a:lnTo>
                    <a:pt x="168104" y="621471"/>
                  </a:lnTo>
                  <a:lnTo>
                    <a:pt x="137540" y="584672"/>
                  </a:lnTo>
                  <a:lnTo>
                    <a:pt x="110032" y="546355"/>
                  </a:lnTo>
                  <a:lnTo>
                    <a:pt x="85580" y="506678"/>
                  </a:lnTo>
                  <a:lnTo>
                    <a:pt x="64185" y="465802"/>
                  </a:lnTo>
                  <a:lnTo>
                    <a:pt x="45846" y="423887"/>
                  </a:lnTo>
                  <a:lnTo>
                    <a:pt x="30564" y="381092"/>
                  </a:lnTo>
                  <a:lnTo>
                    <a:pt x="18338" y="337578"/>
                  </a:lnTo>
                  <a:lnTo>
                    <a:pt x="9169" y="293504"/>
                  </a:lnTo>
                  <a:lnTo>
                    <a:pt x="3056" y="249030"/>
                  </a:lnTo>
                  <a:lnTo>
                    <a:pt x="0" y="204316"/>
                  </a:lnTo>
                  <a:lnTo>
                    <a:pt x="0" y="159523"/>
                  </a:lnTo>
                  <a:lnTo>
                    <a:pt x="3056" y="114809"/>
                  </a:lnTo>
                  <a:lnTo>
                    <a:pt x="9169" y="70336"/>
                  </a:lnTo>
                  <a:lnTo>
                    <a:pt x="18338" y="26262"/>
                  </a:lnTo>
                  <a:lnTo>
                    <a:pt x="25717" y="0"/>
                  </a:lnTo>
                  <a:lnTo>
                    <a:pt x="837972" y="0"/>
                  </a:lnTo>
                  <a:lnTo>
                    <a:pt x="837972" y="837486"/>
                  </a:lnTo>
                  <a:lnTo>
                    <a:pt x="832887" y="838718"/>
                  </a:lnTo>
                  <a:lnTo>
                    <a:pt x="785368" y="846846"/>
                  </a:lnTo>
                  <a:lnTo>
                    <a:pt x="737473" y="851722"/>
                  </a:lnTo>
                  <a:lnTo>
                    <a:pt x="689391" y="853432"/>
                  </a:lnTo>
                  <a:close/>
                </a:path>
              </a:pathLst>
            </a:custGeom>
            <a:solidFill>
              <a:srgbClr val="169A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7449741" y="0"/>
              <a:ext cx="838835" cy="853440"/>
            </a:xfrm>
            <a:custGeom>
              <a:avLst/>
              <a:gdLst/>
              <a:ahLst/>
              <a:cxnLst/>
              <a:rect l="l" t="t" r="r" b="b"/>
              <a:pathLst>
                <a:path w="838834" h="853440">
                  <a:moveTo>
                    <a:pt x="691581" y="177638"/>
                  </a:moveTo>
                  <a:lnTo>
                    <a:pt x="691581" y="0"/>
                  </a:lnTo>
                  <a:lnTo>
                    <a:pt x="838259" y="0"/>
                  </a:lnTo>
                  <a:lnTo>
                    <a:pt x="838259" y="34866"/>
                  </a:lnTo>
                  <a:lnTo>
                    <a:pt x="691581" y="177638"/>
                  </a:lnTo>
                  <a:close/>
                </a:path>
                <a:path w="838834" h="853440">
                  <a:moveTo>
                    <a:pt x="685396" y="180207"/>
                  </a:moveTo>
                  <a:lnTo>
                    <a:pt x="0" y="180207"/>
                  </a:lnTo>
                  <a:lnTo>
                    <a:pt x="1778" y="133695"/>
                  </a:lnTo>
                  <a:lnTo>
                    <a:pt x="6855" y="87379"/>
                  </a:lnTo>
                  <a:lnTo>
                    <a:pt x="15229" y="41438"/>
                  </a:lnTo>
                  <a:lnTo>
                    <a:pt x="25883" y="0"/>
                  </a:lnTo>
                  <a:lnTo>
                    <a:pt x="500222" y="0"/>
                  </a:lnTo>
                  <a:lnTo>
                    <a:pt x="685396" y="180207"/>
                  </a:lnTo>
                  <a:close/>
                </a:path>
                <a:path w="838834" h="853440">
                  <a:moveTo>
                    <a:pt x="838259" y="323969"/>
                  </a:moveTo>
                  <a:lnTo>
                    <a:pt x="694055" y="183632"/>
                  </a:lnTo>
                  <a:lnTo>
                    <a:pt x="838259" y="183632"/>
                  </a:lnTo>
                  <a:lnTo>
                    <a:pt x="838259" y="323969"/>
                  </a:lnTo>
                  <a:close/>
                </a:path>
                <a:path w="838834" h="853440">
                  <a:moveTo>
                    <a:pt x="687870" y="853252"/>
                  </a:moveTo>
                  <a:lnTo>
                    <a:pt x="640103" y="851518"/>
                  </a:lnTo>
                  <a:lnTo>
                    <a:pt x="592530" y="846576"/>
                  </a:lnTo>
                  <a:lnTo>
                    <a:pt x="545334" y="838426"/>
                  </a:lnTo>
                  <a:lnTo>
                    <a:pt x="498700" y="827068"/>
                  </a:lnTo>
                  <a:lnTo>
                    <a:pt x="452811" y="812502"/>
                  </a:lnTo>
                  <a:lnTo>
                    <a:pt x="407852" y="794727"/>
                  </a:lnTo>
                  <a:lnTo>
                    <a:pt x="364006" y="773744"/>
                  </a:lnTo>
                  <a:lnTo>
                    <a:pt x="321458" y="749554"/>
                  </a:lnTo>
                  <a:lnTo>
                    <a:pt x="280392" y="722155"/>
                  </a:lnTo>
                  <a:lnTo>
                    <a:pt x="240991" y="691548"/>
                  </a:lnTo>
                  <a:lnTo>
                    <a:pt x="203439" y="657732"/>
                  </a:lnTo>
                  <a:lnTo>
                    <a:pt x="687967" y="186106"/>
                  </a:lnTo>
                  <a:lnTo>
                    <a:pt x="687870" y="853252"/>
                  </a:lnTo>
                  <a:close/>
                </a:path>
              </a:pathLst>
            </a:custGeom>
            <a:solidFill>
              <a:srgbClr val="67B9A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24424" y="2593240"/>
            <a:ext cx="12362180" cy="3341370"/>
          </a:xfrm>
          <a:prstGeom prst="rect"/>
        </p:spPr>
        <p:txBody>
          <a:bodyPr wrap="square" lIns="0" tIns="144145" rIns="0" bIns="0" rtlCol="0" vert="horz">
            <a:spAutoFit/>
          </a:bodyPr>
          <a:lstStyle/>
          <a:p>
            <a:pPr algn="just" marL="12700" marR="5080">
              <a:lnSpc>
                <a:spcPts val="8390"/>
              </a:lnSpc>
              <a:spcBef>
                <a:spcPts val="1135"/>
              </a:spcBef>
            </a:pPr>
            <a:r>
              <a:rPr dirty="0" sz="7750">
                <a:solidFill>
                  <a:srgbClr val="07A793"/>
                </a:solidFill>
              </a:rPr>
              <a:t>LEVERAGING</a:t>
            </a:r>
            <a:r>
              <a:rPr dirty="0" sz="7750" spc="-50">
                <a:solidFill>
                  <a:srgbClr val="07A793"/>
                </a:solidFill>
              </a:rPr>
              <a:t> </a:t>
            </a:r>
            <a:r>
              <a:rPr dirty="0" sz="7750" spc="-10">
                <a:solidFill>
                  <a:srgbClr val="07A793"/>
                </a:solidFill>
              </a:rPr>
              <a:t>ARTIFICIAL </a:t>
            </a:r>
            <a:r>
              <a:rPr dirty="0" sz="7750">
                <a:solidFill>
                  <a:srgbClr val="4E667C"/>
                </a:solidFill>
              </a:rPr>
              <a:t>INTELLIGENCE</a:t>
            </a:r>
            <a:r>
              <a:rPr dirty="0" sz="7750" spc="-35">
                <a:solidFill>
                  <a:srgbClr val="4E667C"/>
                </a:solidFill>
              </a:rPr>
              <a:t> </a:t>
            </a:r>
            <a:r>
              <a:rPr dirty="0" sz="7750">
                <a:solidFill>
                  <a:srgbClr val="4E667C"/>
                </a:solidFill>
              </a:rPr>
              <a:t>IN</a:t>
            </a:r>
            <a:r>
              <a:rPr dirty="0" sz="7750" spc="-25">
                <a:solidFill>
                  <a:srgbClr val="4E667C"/>
                </a:solidFill>
              </a:rPr>
              <a:t> </a:t>
            </a:r>
            <a:r>
              <a:rPr dirty="0" sz="7750" spc="-10">
                <a:solidFill>
                  <a:srgbClr val="4E667C"/>
                </a:solidFill>
              </a:rPr>
              <a:t>DRONE </a:t>
            </a:r>
            <a:r>
              <a:rPr dirty="0" sz="7750">
                <a:solidFill>
                  <a:srgbClr val="4E667C"/>
                </a:solidFill>
              </a:rPr>
              <a:t>DELIVERY</a:t>
            </a:r>
            <a:r>
              <a:rPr dirty="0" sz="7750" spc="-30">
                <a:solidFill>
                  <a:srgbClr val="4E667C"/>
                </a:solidFill>
              </a:rPr>
              <a:t> </a:t>
            </a:r>
            <a:r>
              <a:rPr dirty="0" sz="7750" spc="-10">
                <a:solidFill>
                  <a:srgbClr val="4E667C"/>
                </a:solidFill>
              </a:rPr>
              <a:t>SYSTEMS</a:t>
            </a:r>
            <a:endParaRPr sz="7750"/>
          </a:p>
        </p:txBody>
      </p:sp>
      <p:sp>
        <p:nvSpPr>
          <p:cNvPr id="6" name="object 6" descr=""/>
          <p:cNvSpPr txBox="1"/>
          <p:nvPr/>
        </p:nvSpPr>
        <p:spPr>
          <a:xfrm>
            <a:off x="1638157" y="6596581"/>
            <a:ext cx="5076190" cy="1932939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100" b="1">
                <a:solidFill>
                  <a:srgbClr val="4E667C"/>
                </a:solidFill>
                <a:latin typeface="Arial"/>
                <a:cs typeface="Arial"/>
              </a:rPr>
              <a:t>LCE</a:t>
            </a:r>
            <a:r>
              <a:rPr dirty="0" sz="3100" spc="70" b="1">
                <a:solidFill>
                  <a:srgbClr val="4E667C"/>
                </a:solidFill>
                <a:latin typeface="Arial"/>
                <a:cs typeface="Arial"/>
              </a:rPr>
              <a:t> </a:t>
            </a:r>
            <a:r>
              <a:rPr dirty="0" sz="3100" spc="-25" b="1">
                <a:solidFill>
                  <a:srgbClr val="4E667C"/>
                </a:solidFill>
                <a:latin typeface="Arial"/>
                <a:cs typeface="Arial"/>
              </a:rPr>
              <a:t>116</a:t>
            </a:r>
            <a:endParaRPr sz="3100">
              <a:latin typeface="Arial"/>
              <a:cs typeface="Arial"/>
            </a:endParaRPr>
          </a:p>
          <a:p>
            <a:pPr marL="12700" marR="5080">
              <a:lnSpc>
                <a:spcPct val="100800"/>
              </a:lnSpc>
            </a:pPr>
            <a:r>
              <a:rPr dirty="0" sz="3100" b="1">
                <a:solidFill>
                  <a:srgbClr val="4E667C"/>
                </a:solidFill>
                <a:latin typeface="Arial"/>
                <a:cs typeface="Arial"/>
              </a:rPr>
              <a:t>Dimitris</a:t>
            </a:r>
            <a:r>
              <a:rPr dirty="0" sz="3100" spc="75" b="1">
                <a:solidFill>
                  <a:srgbClr val="4E667C"/>
                </a:solidFill>
                <a:latin typeface="Arial"/>
                <a:cs typeface="Arial"/>
              </a:rPr>
              <a:t> </a:t>
            </a:r>
            <a:r>
              <a:rPr dirty="0" sz="3100" b="1">
                <a:solidFill>
                  <a:srgbClr val="4E667C"/>
                </a:solidFill>
                <a:latin typeface="Arial"/>
                <a:cs typeface="Arial"/>
              </a:rPr>
              <a:t>Chambi</a:t>
            </a:r>
            <a:r>
              <a:rPr dirty="0" sz="3100" spc="80" b="1">
                <a:solidFill>
                  <a:srgbClr val="4E667C"/>
                </a:solidFill>
                <a:latin typeface="Arial"/>
                <a:cs typeface="Arial"/>
              </a:rPr>
              <a:t> </a:t>
            </a:r>
            <a:r>
              <a:rPr dirty="0" sz="3100" b="1">
                <a:solidFill>
                  <a:srgbClr val="4E667C"/>
                </a:solidFill>
                <a:latin typeface="Arial"/>
                <a:cs typeface="Arial"/>
              </a:rPr>
              <a:t>-</a:t>
            </a:r>
            <a:r>
              <a:rPr dirty="0" sz="3100" spc="80" b="1">
                <a:solidFill>
                  <a:srgbClr val="4E667C"/>
                </a:solidFill>
                <a:latin typeface="Arial"/>
                <a:cs typeface="Arial"/>
              </a:rPr>
              <a:t> </a:t>
            </a:r>
            <a:r>
              <a:rPr dirty="0" sz="3100" spc="-10" b="1">
                <a:solidFill>
                  <a:srgbClr val="4E667C"/>
                </a:solidFill>
                <a:latin typeface="Arial"/>
                <a:cs typeface="Arial"/>
              </a:rPr>
              <a:t>30727 </a:t>
            </a:r>
            <a:r>
              <a:rPr dirty="0" sz="3100" b="1">
                <a:solidFill>
                  <a:srgbClr val="4E667C"/>
                </a:solidFill>
                <a:latin typeface="Arial"/>
                <a:cs typeface="Arial"/>
              </a:rPr>
              <a:t>George</a:t>
            </a:r>
            <a:r>
              <a:rPr dirty="0" sz="3100" spc="70" b="1">
                <a:solidFill>
                  <a:srgbClr val="4E667C"/>
                </a:solidFill>
                <a:latin typeface="Arial"/>
                <a:cs typeface="Arial"/>
              </a:rPr>
              <a:t> </a:t>
            </a:r>
            <a:r>
              <a:rPr dirty="0" sz="3100" b="1">
                <a:solidFill>
                  <a:srgbClr val="4E667C"/>
                </a:solidFill>
                <a:latin typeface="Arial"/>
                <a:cs typeface="Arial"/>
              </a:rPr>
              <a:t>Karios</a:t>
            </a:r>
            <a:r>
              <a:rPr dirty="0" sz="3100" spc="70" b="1">
                <a:solidFill>
                  <a:srgbClr val="4E667C"/>
                </a:solidFill>
                <a:latin typeface="Arial"/>
                <a:cs typeface="Arial"/>
              </a:rPr>
              <a:t> </a:t>
            </a:r>
            <a:r>
              <a:rPr dirty="0" sz="3100" b="1">
                <a:solidFill>
                  <a:srgbClr val="4E667C"/>
                </a:solidFill>
                <a:latin typeface="Arial"/>
                <a:cs typeface="Arial"/>
              </a:rPr>
              <a:t>-</a:t>
            </a:r>
            <a:r>
              <a:rPr dirty="0" sz="3100" spc="70" b="1">
                <a:solidFill>
                  <a:srgbClr val="4E667C"/>
                </a:solidFill>
                <a:latin typeface="Arial"/>
                <a:cs typeface="Arial"/>
              </a:rPr>
              <a:t> </a:t>
            </a:r>
            <a:r>
              <a:rPr dirty="0" sz="3100" spc="-10" b="1">
                <a:solidFill>
                  <a:srgbClr val="4E667C"/>
                </a:solidFill>
                <a:latin typeface="Arial"/>
                <a:cs typeface="Arial"/>
              </a:rPr>
              <a:t>30738 </a:t>
            </a:r>
            <a:r>
              <a:rPr dirty="0" sz="3100" b="1">
                <a:solidFill>
                  <a:srgbClr val="4E667C"/>
                </a:solidFill>
                <a:latin typeface="Arial"/>
                <a:cs typeface="Arial"/>
              </a:rPr>
              <a:t>Lecturer:</a:t>
            </a:r>
            <a:r>
              <a:rPr dirty="0" sz="3100" spc="110" b="1">
                <a:solidFill>
                  <a:srgbClr val="4E667C"/>
                </a:solidFill>
                <a:latin typeface="Arial"/>
                <a:cs typeface="Arial"/>
              </a:rPr>
              <a:t> </a:t>
            </a:r>
            <a:r>
              <a:rPr dirty="0" sz="3100" b="1">
                <a:solidFill>
                  <a:srgbClr val="4E667C"/>
                </a:solidFill>
                <a:latin typeface="Arial"/>
                <a:cs typeface="Arial"/>
              </a:rPr>
              <a:t>Dimitrios</a:t>
            </a:r>
            <a:r>
              <a:rPr dirty="0" sz="3100" spc="110" b="1">
                <a:solidFill>
                  <a:srgbClr val="4E667C"/>
                </a:solidFill>
                <a:latin typeface="Arial"/>
                <a:cs typeface="Arial"/>
              </a:rPr>
              <a:t> </a:t>
            </a:r>
            <a:r>
              <a:rPr dirty="0" sz="3100" spc="-10" b="1">
                <a:solidFill>
                  <a:srgbClr val="4E667C"/>
                </a:solidFill>
                <a:latin typeface="Arial"/>
                <a:cs typeface="Arial"/>
              </a:rPr>
              <a:t>Boglou</a:t>
            </a:r>
            <a:endParaRPr sz="31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2095888" y="451617"/>
            <a:ext cx="5899150" cy="3410585"/>
            <a:chOff x="12095888" y="451617"/>
            <a:chExt cx="5899150" cy="3410585"/>
          </a:xfrm>
        </p:grpSpPr>
        <p:sp>
          <p:nvSpPr>
            <p:cNvPr id="8" name="object 8" descr=""/>
            <p:cNvSpPr/>
            <p:nvPr/>
          </p:nvSpPr>
          <p:spPr>
            <a:xfrm>
              <a:off x="12095888" y="1875263"/>
              <a:ext cx="2136775" cy="762635"/>
            </a:xfrm>
            <a:custGeom>
              <a:avLst/>
              <a:gdLst/>
              <a:ahLst/>
              <a:cxnLst/>
              <a:rect l="l" t="t" r="r" b="b"/>
              <a:pathLst>
                <a:path w="2136775" h="762635">
                  <a:moveTo>
                    <a:pt x="1071450" y="762600"/>
                  </a:moveTo>
                  <a:lnTo>
                    <a:pt x="1020169" y="761928"/>
                  </a:lnTo>
                  <a:lnTo>
                    <a:pt x="968975" y="759931"/>
                  </a:lnTo>
                  <a:lnTo>
                    <a:pt x="917965" y="756611"/>
                  </a:lnTo>
                  <a:lnTo>
                    <a:pt x="867235" y="751968"/>
                  </a:lnTo>
                  <a:lnTo>
                    <a:pt x="816880" y="746001"/>
                  </a:lnTo>
                  <a:lnTo>
                    <a:pt x="766995" y="738711"/>
                  </a:lnTo>
                  <a:lnTo>
                    <a:pt x="717677" y="730098"/>
                  </a:lnTo>
                  <a:lnTo>
                    <a:pt x="669021" y="720162"/>
                  </a:lnTo>
                  <a:lnTo>
                    <a:pt x="621123" y="708902"/>
                  </a:lnTo>
                  <a:lnTo>
                    <a:pt x="574079" y="696320"/>
                  </a:lnTo>
                  <a:lnTo>
                    <a:pt x="527984" y="682415"/>
                  </a:lnTo>
                  <a:lnTo>
                    <a:pt x="482934" y="667187"/>
                  </a:lnTo>
                  <a:lnTo>
                    <a:pt x="439025" y="650636"/>
                  </a:lnTo>
                  <a:lnTo>
                    <a:pt x="396353" y="632763"/>
                  </a:lnTo>
                  <a:lnTo>
                    <a:pt x="355013" y="613568"/>
                  </a:lnTo>
                  <a:lnTo>
                    <a:pt x="315100" y="593049"/>
                  </a:lnTo>
                  <a:lnTo>
                    <a:pt x="260318" y="561218"/>
                  </a:lnTo>
                  <a:lnTo>
                    <a:pt x="210765" y="527761"/>
                  </a:lnTo>
                  <a:lnTo>
                    <a:pt x="166440" y="492844"/>
                  </a:lnTo>
                  <a:lnTo>
                    <a:pt x="127343" y="456629"/>
                  </a:lnTo>
                  <a:lnTo>
                    <a:pt x="93474" y="419281"/>
                  </a:lnTo>
                  <a:lnTo>
                    <a:pt x="64831" y="380962"/>
                  </a:lnTo>
                  <a:lnTo>
                    <a:pt x="41414" y="341837"/>
                  </a:lnTo>
                  <a:lnTo>
                    <a:pt x="23223" y="302069"/>
                  </a:lnTo>
                  <a:lnTo>
                    <a:pt x="10257" y="261822"/>
                  </a:lnTo>
                  <a:lnTo>
                    <a:pt x="2516" y="221259"/>
                  </a:lnTo>
                  <a:lnTo>
                    <a:pt x="0" y="180544"/>
                  </a:lnTo>
                  <a:lnTo>
                    <a:pt x="23" y="173013"/>
                  </a:lnTo>
                  <a:lnTo>
                    <a:pt x="138" y="136046"/>
                  </a:lnTo>
                  <a:lnTo>
                    <a:pt x="255" y="98580"/>
                  </a:lnTo>
                  <a:lnTo>
                    <a:pt x="373" y="60748"/>
                  </a:lnTo>
                  <a:lnTo>
                    <a:pt x="461" y="32572"/>
                  </a:lnTo>
                  <a:lnTo>
                    <a:pt x="562" y="0"/>
                  </a:lnTo>
                  <a:lnTo>
                    <a:pt x="696" y="697"/>
                  </a:lnTo>
                  <a:lnTo>
                    <a:pt x="926" y="4071"/>
                  </a:lnTo>
                  <a:lnTo>
                    <a:pt x="1045" y="5816"/>
                  </a:lnTo>
                  <a:lnTo>
                    <a:pt x="1277" y="10818"/>
                  </a:lnTo>
                  <a:lnTo>
                    <a:pt x="1393" y="14890"/>
                  </a:lnTo>
                  <a:lnTo>
                    <a:pt x="1516" y="16984"/>
                  </a:lnTo>
                  <a:lnTo>
                    <a:pt x="1626" y="18845"/>
                  </a:lnTo>
                  <a:lnTo>
                    <a:pt x="1879" y="21637"/>
                  </a:lnTo>
                  <a:lnTo>
                    <a:pt x="1974" y="22684"/>
                  </a:lnTo>
                  <a:lnTo>
                    <a:pt x="7566" y="60748"/>
                  </a:lnTo>
                  <a:lnTo>
                    <a:pt x="17751" y="98580"/>
                  </a:lnTo>
                  <a:lnTo>
                    <a:pt x="32527" y="136046"/>
                  </a:lnTo>
                  <a:lnTo>
                    <a:pt x="51890" y="173013"/>
                  </a:lnTo>
                  <a:lnTo>
                    <a:pt x="75839" y="209348"/>
                  </a:lnTo>
                  <a:lnTo>
                    <a:pt x="104371" y="244915"/>
                  </a:lnTo>
                  <a:lnTo>
                    <a:pt x="137483" y="279582"/>
                  </a:lnTo>
                  <a:lnTo>
                    <a:pt x="175173" y="313215"/>
                  </a:lnTo>
                  <a:lnTo>
                    <a:pt x="217438" y="345681"/>
                  </a:lnTo>
                  <a:lnTo>
                    <a:pt x="264274" y="376844"/>
                  </a:lnTo>
                  <a:lnTo>
                    <a:pt x="315681" y="406573"/>
                  </a:lnTo>
                  <a:lnTo>
                    <a:pt x="355593" y="427091"/>
                  </a:lnTo>
                  <a:lnTo>
                    <a:pt x="396933" y="446286"/>
                  </a:lnTo>
                  <a:lnTo>
                    <a:pt x="439606" y="464160"/>
                  </a:lnTo>
                  <a:lnTo>
                    <a:pt x="483515" y="480710"/>
                  </a:lnTo>
                  <a:lnTo>
                    <a:pt x="528565" y="495938"/>
                  </a:lnTo>
                  <a:lnTo>
                    <a:pt x="574660" y="509843"/>
                  </a:lnTo>
                  <a:lnTo>
                    <a:pt x="621705" y="522425"/>
                  </a:lnTo>
                  <a:lnTo>
                    <a:pt x="669603" y="533685"/>
                  </a:lnTo>
                  <a:lnTo>
                    <a:pt x="718260" y="543621"/>
                  </a:lnTo>
                  <a:lnTo>
                    <a:pt x="767579" y="552234"/>
                  </a:lnTo>
                  <a:lnTo>
                    <a:pt x="817465" y="559524"/>
                  </a:lnTo>
                  <a:lnTo>
                    <a:pt x="867822" y="565491"/>
                  </a:lnTo>
                  <a:lnTo>
                    <a:pt x="918554" y="570134"/>
                  </a:lnTo>
                  <a:lnTo>
                    <a:pt x="969566" y="573454"/>
                  </a:lnTo>
                  <a:lnTo>
                    <a:pt x="1020761" y="575451"/>
                  </a:lnTo>
                  <a:lnTo>
                    <a:pt x="1072045" y="576123"/>
                  </a:lnTo>
                  <a:lnTo>
                    <a:pt x="1855077" y="576123"/>
                  </a:lnTo>
                  <a:lnTo>
                    <a:pt x="1825796" y="593282"/>
                  </a:lnTo>
                  <a:lnTo>
                    <a:pt x="1786127" y="613799"/>
                  </a:lnTo>
                  <a:lnTo>
                    <a:pt x="1745014" y="632991"/>
                  </a:lnTo>
                  <a:lnTo>
                    <a:pt x="1702553" y="650858"/>
                  </a:lnTo>
                  <a:lnTo>
                    <a:pt x="1658839" y="667400"/>
                  </a:lnTo>
                  <a:lnTo>
                    <a:pt x="1613969" y="682617"/>
                  </a:lnTo>
                  <a:lnTo>
                    <a:pt x="1568039" y="696510"/>
                  </a:lnTo>
                  <a:lnTo>
                    <a:pt x="1521143" y="709078"/>
                  </a:lnTo>
                  <a:lnTo>
                    <a:pt x="1473378" y="720322"/>
                  </a:lnTo>
                  <a:lnTo>
                    <a:pt x="1424840" y="730241"/>
                  </a:lnTo>
                  <a:lnTo>
                    <a:pt x="1376338" y="738711"/>
                  </a:lnTo>
                  <a:lnTo>
                    <a:pt x="1376478" y="738711"/>
                  </a:lnTo>
                  <a:lnTo>
                    <a:pt x="1326548" y="746001"/>
                  </a:lnTo>
                  <a:lnTo>
                    <a:pt x="1326717" y="746001"/>
                  </a:lnTo>
                  <a:lnTo>
                    <a:pt x="1276262" y="751968"/>
                  </a:lnTo>
                  <a:lnTo>
                    <a:pt x="1276477" y="751968"/>
                  </a:lnTo>
                  <a:lnTo>
                    <a:pt x="1225573" y="756611"/>
                  </a:lnTo>
                  <a:lnTo>
                    <a:pt x="1225864" y="756611"/>
                  </a:lnTo>
                  <a:lnTo>
                    <a:pt x="1174564" y="759931"/>
                  </a:lnTo>
                  <a:lnTo>
                    <a:pt x="1175018" y="759931"/>
                  </a:lnTo>
                  <a:lnTo>
                    <a:pt x="1123288" y="761928"/>
                  </a:lnTo>
                  <a:lnTo>
                    <a:pt x="1124440" y="761928"/>
                  </a:lnTo>
                  <a:lnTo>
                    <a:pt x="1071450" y="762600"/>
                  </a:lnTo>
                  <a:close/>
                </a:path>
                <a:path w="2136775" h="762635">
                  <a:moveTo>
                    <a:pt x="1855077" y="576123"/>
                  </a:moveTo>
                  <a:lnTo>
                    <a:pt x="1072045" y="576123"/>
                  </a:lnTo>
                  <a:lnTo>
                    <a:pt x="1125038" y="575451"/>
                  </a:lnTo>
                  <a:lnTo>
                    <a:pt x="1123886" y="575451"/>
                  </a:lnTo>
                  <a:lnTo>
                    <a:pt x="1175620" y="573454"/>
                  </a:lnTo>
                  <a:lnTo>
                    <a:pt x="1175166" y="573454"/>
                  </a:lnTo>
                  <a:lnTo>
                    <a:pt x="1226469" y="570134"/>
                  </a:lnTo>
                  <a:lnTo>
                    <a:pt x="1226178" y="570134"/>
                  </a:lnTo>
                  <a:lnTo>
                    <a:pt x="1277086" y="565491"/>
                  </a:lnTo>
                  <a:lnTo>
                    <a:pt x="1276872" y="565491"/>
                  </a:lnTo>
                  <a:lnTo>
                    <a:pt x="1327331" y="559524"/>
                  </a:lnTo>
                  <a:lnTo>
                    <a:pt x="1327161" y="559524"/>
                  </a:lnTo>
                  <a:lnTo>
                    <a:pt x="1377096" y="552234"/>
                  </a:lnTo>
                  <a:lnTo>
                    <a:pt x="1376956" y="552234"/>
                  </a:lnTo>
                  <a:lnTo>
                    <a:pt x="1425464" y="543764"/>
                  </a:lnTo>
                  <a:lnTo>
                    <a:pt x="1474008" y="533845"/>
                  </a:lnTo>
                  <a:lnTo>
                    <a:pt x="1521779" y="522601"/>
                  </a:lnTo>
                  <a:lnTo>
                    <a:pt x="1568682" y="510033"/>
                  </a:lnTo>
                  <a:lnTo>
                    <a:pt x="1614620" y="496140"/>
                  </a:lnTo>
                  <a:lnTo>
                    <a:pt x="1659498" y="480923"/>
                  </a:lnTo>
                  <a:lnTo>
                    <a:pt x="1703219" y="464381"/>
                  </a:lnTo>
                  <a:lnTo>
                    <a:pt x="1745690" y="446514"/>
                  </a:lnTo>
                  <a:lnTo>
                    <a:pt x="1786813" y="427322"/>
                  </a:lnTo>
                  <a:lnTo>
                    <a:pt x="1826493" y="406805"/>
                  </a:lnTo>
                  <a:lnTo>
                    <a:pt x="1881178" y="374708"/>
                  </a:lnTo>
                  <a:lnTo>
                    <a:pt x="1930533" y="340993"/>
                  </a:lnTo>
                  <a:lnTo>
                    <a:pt x="1974566" y="305824"/>
                  </a:lnTo>
                  <a:lnTo>
                    <a:pt x="2013287" y="269363"/>
                  </a:lnTo>
                  <a:lnTo>
                    <a:pt x="2046704" y="231772"/>
                  </a:lnTo>
                  <a:lnTo>
                    <a:pt x="2074824" y="193215"/>
                  </a:lnTo>
                  <a:lnTo>
                    <a:pt x="2097656" y="153854"/>
                  </a:lnTo>
                  <a:lnTo>
                    <a:pt x="2115209" y="113851"/>
                  </a:lnTo>
                  <a:lnTo>
                    <a:pt x="2127490" y="73370"/>
                  </a:lnTo>
                  <a:lnTo>
                    <a:pt x="2134509" y="32572"/>
                  </a:lnTo>
                  <a:lnTo>
                    <a:pt x="2134741" y="30594"/>
                  </a:lnTo>
                  <a:lnTo>
                    <a:pt x="2135090" y="28384"/>
                  </a:lnTo>
                  <a:lnTo>
                    <a:pt x="2135322" y="26523"/>
                  </a:lnTo>
                  <a:lnTo>
                    <a:pt x="2135596" y="22684"/>
                  </a:lnTo>
                  <a:lnTo>
                    <a:pt x="2135671" y="16984"/>
                  </a:lnTo>
                  <a:lnTo>
                    <a:pt x="2136019" y="12098"/>
                  </a:lnTo>
                  <a:lnTo>
                    <a:pt x="2136019" y="8026"/>
                  </a:lnTo>
                  <a:lnTo>
                    <a:pt x="2136484" y="4071"/>
                  </a:lnTo>
                  <a:lnTo>
                    <a:pt x="2136403" y="32572"/>
                  </a:lnTo>
                  <a:lnTo>
                    <a:pt x="2136301" y="73370"/>
                  </a:lnTo>
                  <a:lnTo>
                    <a:pt x="2136200" y="113851"/>
                  </a:lnTo>
                  <a:lnTo>
                    <a:pt x="2136100" y="153854"/>
                  </a:lnTo>
                  <a:lnTo>
                    <a:pt x="2133315" y="226499"/>
                  </a:lnTo>
                  <a:lnTo>
                    <a:pt x="2125517" y="266481"/>
                  </a:lnTo>
                  <a:lnTo>
                    <a:pt x="2112730" y="305824"/>
                  </a:lnTo>
                  <a:lnTo>
                    <a:pt x="2094634" y="345344"/>
                  </a:lnTo>
                  <a:lnTo>
                    <a:pt x="2071544" y="383910"/>
                  </a:lnTo>
                  <a:lnTo>
                    <a:pt x="2043352" y="421690"/>
                  </a:lnTo>
                  <a:lnTo>
                    <a:pt x="2010057" y="458525"/>
                  </a:lnTo>
                  <a:lnTo>
                    <a:pt x="1971656" y="494260"/>
                  </a:lnTo>
                  <a:lnTo>
                    <a:pt x="1928147" y="528736"/>
                  </a:lnTo>
                  <a:lnTo>
                    <a:pt x="1879528" y="561795"/>
                  </a:lnTo>
                  <a:lnTo>
                    <a:pt x="1855077" y="576123"/>
                  </a:lnTo>
                  <a:close/>
                </a:path>
              </a:pathLst>
            </a:custGeom>
            <a:solidFill>
              <a:srgbClr val="81A6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4557810" y="1167163"/>
              <a:ext cx="140970" cy="1041400"/>
            </a:xfrm>
            <a:custGeom>
              <a:avLst/>
              <a:gdLst/>
              <a:ahLst/>
              <a:cxnLst/>
              <a:rect l="l" t="t" r="r" b="b"/>
              <a:pathLst>
                <a:path w="140969" h="1041400">
                  <a:moveTo>
                    <a:pt x="136121" y="1040803"/>
                  </a:moveTo>
                  <a:lnTo>
                    <a:pt x="4877" y="1040803"/>
                  </a:lnTo>
                  <a:lnTo>
                    <a:pt x="0" y="348"/>
                  </a:lnTo>
                  <a:lnTo>
                    <a:pt x="41347" y="0"/>
                  </a:lnTo>
                  <a:lnTo>
                    <a:pt x="135657" y="0"/>
                  </a:lnTo>
                  <a:lnTo>
                    <a:pt x="140419" y="1040571"/>
                  </a:lnTo>
                  <a:lnTo>
                    <a:pt x="140070" y="1040571"/>
                  </a:lnTo>
                  <a:lnTo>
                    <a:pt x="136121" y="1040803"/>
                  </a:lnTo>
                  <a:close/>
                </a:path>
              </a:pathLst>
            </a:custGeom>
            <a:solidFill>
              <a:srgbClr val="ABBC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3552344" y="1046529"/>
              <a:ext cx="2136775" cy="762635"/>
            </a:xfrm>
            <a:custGeom>
              <a:avLst/>
              <a:gdLst/>
              <a:ahLst/>
              <a:cxnLst/>
              <a:rect l="l" t="t" r="r" b="b"/>
              <a:pathLst>
                <a:path w="2136775" h="762635">
                  <a:moveTo>
                    <a:pt x="1071450" y="762600"/>
                  </a:moveTo>
                  <a:lnTo>
                    <a:pt x="1020169" y="761928"/>
                  </a:lnTo>
                  <a:lnTo>
                    <a:pt x="968975" y="759931"/>
                  </a:lnTo>
                  <a:lnTo>
                    <a:pt x="917966" y="756611"/>
                  </a:lnTo>
                  <a:lnTo>
                    <a:pt x="867235" y="751968"/>
                  </a:lnTo>
                  <a:lnTo>
                    <a:pt x="816880" y="746001"/>
                  </a:lnTo>
                  <a:lnTo>
                    <a:pt x="766995" y="738711"/>
                  </a:lnTo>
                  <a:lnTo>
                    <a:pt x="717677" y="730098"/>
                  </a:lnTo>
                  <a:lnTo>
                    <a:pt x="669021" y="720162"/>
                  </a:lnTo>
                  <a:lnTo>
                    <a:pt x="621123" y="708902"/>
                  </a:lnTo>
                  <a:lnTo>
                    <a:pt x="574079" y="696320"/>
                  </a:lnTo>
                  <a:lnTo>
                    <a:pt x="527984" y="682415"/>
                  </a:lnTo>
                  <a:lnTo>
                    <a:pt x="482934" y="667187"/>
                  </a:lnTo>
                  <a:lnTo>
                    <a:pt x="439025" y="650636"/>
                  </a:lnTo>
                  <a:lnTo>
                    <a:pt x="396353" y="632763"/>
                  </a:lnTo>
                  <a:lnTo>
                    <a:pt x="355013" y="613568"/>
                  </a:lnTo>
                  <a:lnTo>
                    <a:pt x="315100" y="593049"/>
                  </a:lnTo>
                  <a:lnTo>
                    <a:pt x="260318" y="561218"/>
                  </a:lnTo>
                  <a:lnTo>
                    <a:pt x="210765" y="527761"/>
                  </a:lnTo>
                  <a:lnTo>
                    <a:pt x="166440" y="492844"/>
                  </a:lnTo>
                  <a:lnTo>
                    <a:pt x="127343" y="456629"/>
                  </a:lnTo>
                  <a:lnTo>
                    <a:pt x="93474" y="419281"/>
                  </a:lnTo>
                  <a:lnTo>
                    <a:pt x="64831" y="380962"/>
                  </a:lnTo>
                  <a:lnTo>
                    <a:pt x="41414" y="341837"/>
                  </a:lnTo>
                  <a:lnTo>
                    <a:pt x="23223" y="302069"/>
                  </a:lnTo>
                  <a:lnTo>
                    <a:pt x="10257" y="261822"/>
                  </a:lnTo>
                  <a:lnTo>
                    <a:pt x="2516" y="221259"/>
                  </a:lnTo>
                  <a:lnTo>
                    <a:pt x="0" y="180544"/>
                  </a:lnTo>
                  <a:lnTo>
                    <a:pt x="24" y="172811"/>
                  </a:lnTo>
                  <a:lnTo>
                    <a:pt x="139" y="135858"/>
                  </a:lnTo>
                  <a:lnTo>
                    <a:pt x="255" y="98411"/>
                  </a:lnTo>
                  <a:lnTo>
                    <a:pt x="373" y="60602"/>
                  </a:lnTo>
                  <a:lnTo>
                    <a:pt x="461" y="32339"/>
                  </a:lnTo>
                  <a:lnTo>
                    <a:pt x="562" y="0"/>
                  </a:lnTo>
                  <a:lnTo>
                    <a:pt x="696" y="581"/>
                  </a:lnTo>
                  <a:lnTo>
                    <a:pt x="934" y="4071"/>
                  </a:lnTo>
                  <a:lnTo>
                    <a:pt x="1045" y="5700"/>
                  </a:lnTo>
                  <a:lnTo>
                    <a:pt x="1153" y="8026"/>
                  </a:lnTo>
                  <a:lnTo>
                    <a:pt x="1277" y="10702"/>
                  </a:lnTo>
                  <a:lnTo>
                    <a:pt x="1393" y="14773"/>
                  </a:lnTo>
                  <a:lnTo>
                    <a:pt x="1509" y="16751"/>
                  </a:lnTo>
                  <a:lnTo>
                    <a:pt x="1626" y="18729"/>
                  </a:lnTo>
                  <a:lnTo>
                    <a:pt x="1868" y="21404"/>
                  </a:lnTo>
                  <a:lnTo>
                    <a:pt x="1974" y="22568"/>
                  </a:lnTo>
                  <a:lnTo>
                    <a:pt x="7566" y="60602"/>
                  </a:lnTo>
                  <a:lnTo>
                    <a:pt x="17751" y="98411"/>
                  </a:lnTo>
                  <a:lnTo>
                    <a:pt x="32527" y="135858"/>
                  </a:lnTo>
                  <a:lnTo>
                    <a:pt x="51890" y="172811"/>
                  </a:lnTo>
                  <a:lnTo>
                    <a:pt x="75839" y="209134"/>
                  </a:lnTo>
                  <a:lnTo>
                    <a:pt x="104371" y="244693"/>
                  </a:lnTo>
                  <a:lnTo>
                    <a:pt x="137483" y="279355"/>
                  </a:lnTo>
                  <a:lnTo>
                    <a:pt x="175173" y="312985"/>
                  </a:lnTo>
                  <a:lnTo>
                    <a:pt x="217302" y="345344"/>
                  </a:lnTo>
                  <a:lnTo>
                    <a:pt x="264275" y="376612"/>
                  </a:lnTo>
                  <a:lnTo>
                    <a:pt x="315681" y="406340"/>
                  </a:lnTo>
                  <a:lnTo>
                    <a:pt x="355593" y="426858"/>
                  </a:lnTo>
                  <a:lnTo>
                    <a:pt x="396934" y="446054"/>
                  </a:lnTo>
                  <a:lnTo>
                    <a:pt x="439606" y="463927"/>
                  </a:lnTo>
                  <a:lnTo>
                    <a:pt x="483515" y="480478"/>
                  </a:lnTo>
                  <a:lnTo>
                    <a:pt x="528565" y="495705"/>
                  </a:lnTo>
                  <a:lnTo>
                    <a:pt x="574660" y="509611"/>
                  </a:lnTo>
                  <a:lnTo>
                    <a:pt x="621705" y="522193"/>
                  </a:lnTo>
                  <a:lnTo>
                    <a:pt x="669604" y="533452"/>
                  </a:lnTo>
                  <a:lnTo>
                    <a:pt x="718260" y="543389"/>
                  </a:lnTo>
                  <a:lnTo>
                    <a:pt x="767579" y="552002"/>
                  </a:lnTo>
                  <a:lnTo>
                    <a:pt x="817465" y="559292"/>
                  </a:lnTo>
                  <a:lnTo>
                    <a:pt x="867822" y="565258"/>
                  </a:lnTo>
                  <a:lnTo>
                    <a:pt x="918554" y="569902"/>
                  </a:lnTo>
                  <a:lnTo>
                    <a:pt x="969566" y="573222"/>
                  </a:lnTo>
                  <a:lnTo>
                    <a:pt x="1020762" y="575218"/>
                  </a:lnTo>
                  <a:lnTo>
                    <a:pt x="1072045" y="575891"/>
                  </a:lnTo>
                  <a:lnTo>
                    <a:pt x="1855474" y="575891"/>
                  </a:lnTo>
                  <a:lnTo>
                    <a:pt x="1825796" y="593282"/>
                  </a:lnTo>
                  <a:lnTo>
                    <a:pt x="1786127" y="613799"/>
                  </a:lnTo>
                  <a:lnTo>
                    <a:pt x="1745014" y="632991"/>
                  </a:lnTo>
                  <a:lnTo>
                    <a:pt x="1702553" y="650858"/>
                  </a:lnTo>
                  <a:lnTo>
                    <a:pt x="1658839" y="667400"/>
                  </a:lnTo>
                  <a:lnTo>
                    <a:pt x="1613969" y="682617"/>
                  </a:lnTo>
                  <a:lnTo>
                    <a:pt x="1568039" y="696510"/>
                  </a:lnTo>
                  <a:lnTo>
                    <a:pt x="1521143" y="709078"/>
                  </a:lnTo>
                  <a:lnTo>
                    <a:pt x="1473378" y="720322"/>
                  </a:lnTo>
                  <a:lnTo>
                    <a:pt x="1424840" y="730241"/>
                  </a:lnTo>
                  <a:lnTo>
                    <a:pt x="1376338" y="738711"/>
                  </a:lnTo>
                  <a:lnTo>
                    <a:pt x="1376478" y="738711"/>
                  </a:lnTo>
                  <a:lnTo>
                    <a:pt x="1326548" y="746001"/>
                  </a:lnTo>
                  <a:lnTo>
                    <a:pt x="1326717" y="746001"/>
                  </a:lnTo>
                  <a:lnTo>
                    <a:pt x="1276262" y="751968"/>
                  </a:lnTo>
                  <a:lnTo>
                    <a:pt x="1276477" y="751968"/>
                  </a:lnTo>
                  <a:lnTo>
                    <a:pt x="1225573" y="756611"/>
                  </a:lnTo>
                  <a:lnTo>
                    <a:pt x="1225864" y="756611"/>
                  </a:lnTo>
                  <a:lnTo>
                    <a:pt x="1174564" y="759931"/>
                  </a:lnTo>
                  <a:lnTo>
                    <a:pt x="1175018" y="759931"/>
                  </a:lnTo>
                  <a:lnTo>
                    <a:pt x="1123288" y="761928"/>
                  </a:lnTo>
                  <a:lnTo>
                    <a:pt x="1124440" y="761928"/>
                  </a:lnTo>
                  <a:lnTo>
                    <a:pt x="1071450" y="762600"/>
                  </a:lnTo>
                  <a:close/>
                </a:path>
                <a:path w="2136775" h="762635">
                  <a:moveTo>
                    <a:pt x="1855474" y="575891"/>
                  </a:moveTo>
                  <a:lnTo>
                    <a:pt x="1072045" y="575891"/>
                  </a:lnTo>
                  <a:lnTo>
                    <a:pt x="1125037" y="575218"/>
                  </a:lnTo>
                  <a:lnTo>
                    <a:pt x="1123886" y="575218"/>
                  </a:lnTo>
                  <a:lnTo>
                    <a:pt x="1175619" y="573222"/>
                  </a:lnTo>
                  <a:lnTo>
                    <a:pt x="1175166" y="573222"/>
                  </a:lnTo>
                  <a:lnTo>
                    <a:pt x="1226468" y="569902"/>
                  </a:lnTo>
                  <a:lnTo>
                    <a:pt x="1226178" y="569902"/>
                  </a:lnTo>
                  <a:lnTo>
                    <a:pt x="1277086" y="565258"/>
                  </a:lnTo>
                  <a:lnTo>
                    <a:pt x="1276871" y="565258"/>
                  </a:lnTo>
                  <a:lnTo>
                    <a:pt x="1327331" y="559292"/>
                  </a:lnTo>
                  <a:lnTo>
                    <a:pt x="1327161" y="559292"/>
                  </a:lnTo>
                  <a:lnTo>
                    <a:pt x="1377096" y="552002"/>
                  </a:lnTo>
                  <a:lnTo>
                    <a:pt x="1376956" y="552002"/>
                  </a:lnTo>
                  <a:lnTo>
                    <a:pt x="1425464" y="543531"/>
                  </a:lnTo>
                  <a:lnTo>
                    <a:pt x="1474008" y="533612"/>
                  </a:lnTo>
                  <a:lnTo>
                    <a:pt x="1521779" y="522368"/>
                  </a:lnTo>
                  <a:lnTo>
                    <a:pt x="1568682" y="509800"/>
                  </a:lnTo>
                  <a:lnTo>
                    <a:pt x="1614620" y="495908"/>
                  </a:lnTo>
                  <a:lnTo>
                    <a:pt x="1659498" y="480690"/>
                  </a:lnTo>
                  <a:lnTo>
                    <a:pt x="1703220" y="464148"/>
                  </a:lnTo>
                  <a:lnTo>
                    <a:pt x="1745690" y="446281"/>
                  </a:lnTo>
                  <a:lnTo>
                    <a:pt x="1786813" y="427089"/>
                  </a:lnTo>
                  <a:lnTo>
                    <a:pt x="1826493" y="406573"/>
                  </a:lnTo>
                  <a:lnTo>
                    <a:pt x="1881178" y="374475"/>
                  </a:lnTo>
                  <a:lnTo>
                    <a:pt x="1930533" y="340761"/>
                  </a:lnTo>
                  <a:lnTo>
                    <a:pt x="1974567" y="305591"/>
                  </a:lnTo>
                  <a:lnTo>
                    <a:pt x="2013287" y="269130"/>
                  </a:lnTo>
                  <a:lnTo>
                    <a:pt x="2046704" y="231540"/>
                  </a:lnTo>
                  <a:lnTo>
                    <a:pt x="2074824" y="192983"/>
                  </a:lnTo>
                  <a:lnTo>
                    <a:pt x="2097656" y="153621"/>
                  </a:lnTo>
                  <a:lnTo>
                    <a:pt x="2115209" y="113619"/>
                  </a:lnTo>
                  <a:lnTo>
                    <a:pt x="2127490" y="73137"/>
                  </a:lnTo>
                  <a:lnTo>
                    <a:pt x="2134509" y="32339"/>
                  </a:lnTo>
                  <a:lnTo>
                    <a:pt x="2134742" y="30362"/>
                  </a:lnTo>
                  <a:lnTo>
                    <a:pt x="2135090" y="28151"/>
                  </a:lnTo>
                  <a:lnTo>
                    <a:pt x="2135322" y="26290"/>
                  </a:lnTo>
                  <a:lnTo>
                    <a:pt x="2135588" y="22568"/>
                  </a:lnTo>
                  <a:lnTo>
                    <a:pt x="2135671" y="16751"/>
                  </a:lnTo>
                  <a:lnTo>
                    <a:pt x="2136019" y="11982"/>
                  </a:lnTo>
                  <a:lnTo>
                    <a:pt x="2136019" y="8026"/>
                  </a:lnTo>
                  <a:lnTo>
                    <a:pt x="2136484" y="4071"/>
                  </a:lnTo>
                  <a:lnTo>
                    <a:pt x="2136403" y="32339"/>
                  </a:lnTo>
                  <a:lnTo>
                    <a:pt x="2136301" y="73137"/>
                  </a:lnTo>
                  <a:lnTo>
                    <a:pt x="2136200" y="113619"/>
                  </a:lnTo>
                  <a:lnTo>
                    <a:pt x="2136101" y="153621"/>
                  </a:lnTo>
                  <a:lnTo>
                    <a:pt x="2136019" y="186360"/>
                  </a:lnTo>
                  <a:lnTo>
                    <a:pt x="2133315" y="226499"/>
                  </a:lnTo>
                  <a:lnTo>
                    <a:pt x="2125517" y="266481"/>
                  </a:lnTo>
                  <a:lnTo>
                    <a:pt x="2112624" y="306149"/>
                  </a:lnTo>
                  <a:lnTo>
                    <a:pt x="2094634" y="345344"/>
                  </a:lnTo>
                  <a:lnTo>
                    <a:pt x="2071544" y="383910"/>
                  </a:lnTo>
                  <a:lnTo>
                    <a:pt x="2043352" y="421690"/>
                  </a:lnTo>
                  <a:lnTo>
                    <a:pt x="2010057" y="458525"/>
                  </a:lnTo>
                  <a:lnTo>
                    <a:pt x="1971656" y="494260"/>
                  </a:lnTo>
                  <a:lnTo>
                    <a:pt x="1928147" y="528735"/>
                  </a:lnTo>
                  <a:lnTo>
                    <a:pt x="1879528" y="561795"/>
                  </a:lnTo>
                  <a:lnTo>
                    <a:pt x="1855474" y="575891"/>
                  </a:lnTo>
                  <a:close/>
                </a:path>
              </a:pathLst>
            </a:custGeom>
            <a:solidFill>
              <a:srgbClr val="81A6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3623890" y="1093410"/>
              <a:ext cx="1991995" cy="46355"/>
            </a:xfrm>
            <a:custGeom>
              <a:avLst/>
              <a:gdLst/>
              <a:ahLst/>
              <a:cxnLst/>
              <a:rect l="l" t="t" r="r" b="b"/>
              <a:pathLst>
                <a:path w="1991994" h="46355">
                  <a:moveTo>
                    <a:pt x="0" y="45833"/>
                  </a:moveTo>
                  <a:lnTo>
                    <a:pt x="14309" y="44076"/>
                  </a:lnTo>
                  <a:lnTo>
                    <a:pt x="25972" y="39275"/>
                  </a:lnTo>
                  <a:lnTo>
                    <a:pt x="33825" y="32141"/>
                  </a:lnTo>
                  <a:lnTo>
                    <a:pt x="36701" y="23382"/>
                  </a:lnTo>
                  <a:lnTo>
                    <a:pt x="33792" y="14757"/>
                  </a:lnTo>
                  <a:lnTo>
                    <a:pt x="25885" y="7692"/>
                  </a:lnTo>
                  <a:lnTo>
                    <a:pt x="14211" y="2917"/>
                  </a:lnTo>
                  <a:lnTo>
                    <a:pt x="0" y="1163"/>
                  </a:lnTo>
                  <a:lnTo>
                    <a:pt x="1954833" y="0"/>
                  </a:lnTo>
                  <a:lnTo>
                    <a:pt x="1969179" y="1741"/>
                  </a:lnTo>
                  <a:lnTo>
                    <a:pt x="1980922" y="6514"/>
                  </a:lnTo>
                  <a:lnTo>
                    <a:pt x="1988855" y="13643"/>
                  </a:lnTo>
                  <a:lnTo>
                    <a:pt x="1991767" y="22451"/>
                  </a:lnTo>
                  <a:lnTo>
                    <a:pt x="1988864" y="31094"/>
                  </a:lnTo>
                  <a:lnTo>
                    <a:pt x="1980995" y="38199"/>
                  </a:lnTo>
                  <a:lnTo>
                    <a:pt x="1969424" y="43014"/>
                  </a:lnTo>
                  <a:lnTo>
                    <a:pt x="1955414" y="44787"/>
                  </a:lnTo>
                  <a:lnTo>
                    <a:pt x="0" y="45833"/>
                  </a:lnTo>
                  <a:close/>
                </a:path>
              </a:pathLst>
            </a:custGeom>
            <a:solidFill>
              <a:srgbClr val="ABBC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53042" y="451617"/>
              <a:ext cx="2135322" cy="1170860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4471282" y="3146400"/>
              <a:ext cx="1991995" cy="40005"/>
            </a:xfrm>
            <a:custGeom>
              <a:avLst/>
              <a:gdLst/>
              <a:ahLst/>
              <a:cxnLst/>
              <a:rect l="l" t="t" r="r" b="b"/>
              <a:pathLst>
                <a:path w="1991994" h="40005">
                  <a:moveTo>
                    <a:pt x="0" y="39435"/>
                  </a:moveTo>
                  <a:lnTo>
                    <a:pt x="14309" y="37907"/>
                  </a:lnTo>
                  <a:lnTo>
                    <a:pt x="25972" y="33750"/>
                  </a:lnTo>
                  <a:lnTo>
                    <a:pt x="33825" y="27608"/>
                  </a:lnTo>
                  <a:lnTo>
                    <a:pt x="36701" y="20125"/>
                  </a:lnTo>
                  <a:lnTo>
                    <a:pt x="33792" y="12678"/>
                  </a:lnTo>
                  <a:lnTo>
                    <a:pt x="25885" y="6616"/>
                  </a:lnTo>
                  <a:lnTo>
                    <a:pt x="14211" y="2539"/>
                  </a:lnTo>
                  <a:lnTo>
                    <a:pt x="0" y="1046"/>
                  </a:lnTo>
                  <a:lnTo>
                    <a:pt x="1954833" y="0"/>
                  </a:lnTo>
                  <a:lnTo>
                    <a:pt x="1969063" y="1512"/>
                  </a:lnTo>
                  <a:lnTo>
                    <a:pt x="1980806" y="5642"/>
                  </a:lnTo>
                  <a:lnTo>
                    <a:pt x="1988738" y="11778"/>
                  </a:lnTo>
                  <a:lnTo>
                    <a:pt x="1991651" y="19310"/>
                  </a:lnTo>
                  <a:lnTo>
                    <a:pt x="1988748" y="26775"/>
                  </a:lnTo>
                  <a:lnTo>
                    <a:pt x="1980879" y="32877"/>
                  </a:lnTo>
                  <a:lnTo>
                    <a:pt x="1969308" y="36994"/>
                  </a:lnTo>
                  <a:lnTo>
                    <a:pt x="1955298" y="38505"/>
                  </a:lnTo>
                  <a:lnTo>
                    <a:pt x="0" y="39435"/>
                  </a:lnTo>
                  <a:close/>
                </a:path>
              </a:pathLst>
            </a:custGeom>
            <a:solidFill>
              <a:srgbClr val="ABBC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29791" y="1376673"/>
              <a:ext cx="4865209" cy="2485447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12101231" y="1922260"/>
              <a:ext cx="2058670" cy="40005"/>
            </a:xfrm>
            <a:custGeom>
              <a:avLst/>
              <a:gdLst/>
              <a:ahLst/>
              <a:cxnLst/>
              <a:rect l="l" t="t" r="r" b="b"/>
              <a:pathLst>
                <a:path w="2058669" h="40005">
                  <a:moveTo>
                    <a:pt x="0" y="39552"/>
                  </a:moveTo>
                  <a:lnTo>
                    <a:pt x="14735" y="38023"/>
                  </a:lnTo>
                  <a:lnTo>
                    <a:pt x="26771" y="33866"/>
                  </a:lnTo>
                  <a:lnTo>
                    <a:pt x="34887" y="27724"/>
                  </a:lnTo>
                  <a:lnTo>
                    <a:pt x="37863" y="20241"/>
                  </a:lnTo>
                  <a:lnTo>
                    <a:pt x="34854" y="12776"/>
                  </a:lnTo>
                  <a:lnTo>
                    <a:pt x="26684" y="6674"/>
                  </a:lnTo>
                  <a:lnTo>
                    <a:pt x="14637" y="2557"/>
                  </a:lnTo>
                  <a:lnTo>
                    <a:pt x="0" y="1046"/>
                  </a:lnTo>
                  <a:lnTo>
                    <a:pt x="2019874" y="0"/>
                  </a:lnTo>
                  <a:lnTo>
                    <a:pt x="2018736" y="0"/>
                  </a:lnTo>
                  <a:lnTo>
                    <a:pt x="2034665" y="1628"/>
                  </a:lnTo>
                  <a:lnTo>
                    <a:pt x="2046820" y="5758"/>
                  </a:lnTo>
                  <a:lnTo>
                    <a:pt x="2055055" y="11894"/>
                  </a:lnTo>
                  <a:lnTo>
                    <a:pt x="2058086" y="19427"/>
                  </a:lnTo>
                  <a:lnTo>
                    <a:pt x="2055081" y="26892"/>
                  </a:lnTo>
                  <a:lnTo>
                    <a:pt x="2046936" y="32994"/>
                  </a:lnTo>
                  <a:lnTo>
                    <a:pt x="2034958" y="37111"/>
                  </a:lnTo>
                  <a:lnTo>
                    <a:pt x="2020455" y="38621"/>
                  </a:lnTo>
                  <a:lnTo>
                    <a:pt x="0" y="39552"/>
                  </a:lnTo>
                  <a:close/>
                </a:path>
              </a:pathLst>
            </a:custGeom>
            <a:solidFill>
              <a:srgbClr val="ABBC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96585" y="1280585"/>
              <a:ext cx="2135438" cy="1170744"/>
            </a:xfrm>
            <a:prstGeom prst="rect">
              <a:avLst/>
            </a:prstGeom>
          </p:spPr>
        </p:pic>
      </p:grpSp>
      <p:pic>
        <p:nvPicPr>
          <p:cNvPr id="17" name="object 1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9258163"/>
            <a:ext cx="1028619" cy="1028836"/>
          </a:xfrm>
          <a:prstGeom prst="rect">
            <a:avLst/>
          </a:prstGeom>
        </p:spPr>
      </p:pic>
      <p:grpSp>
        <p:nvGrpSpPr>
          <p:cNvPr id="18" name="object 18" descr=""/>
          <p:cNvGrpSpPr/>
          <p:nvPr/>
        </p:nvGrpSpPr>
        <p:grpSpPr>
          <a:xfrm>
            <a:off x="1613319" y="6436725"/>
            <a:ext cx="16675100" cy="3850640"/>
            <a:chOff x="1613319" y="6436725"/>
            <a:chExt cx="16675100" cy="3850640"/>
          </a:xfrm>
        </p:grpSpPr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13319" y="8597930"/>
              <a:ext cx="16674680" cy="431396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750764" y="6436725"/>
              <a:ext cx="2241023" cy="38502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149" y="8893725"/>
            <a:ext cx="969644" cy="1393274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6622548" y="11"/>
            <a:ext cx="1668145" cy="1677670"/>
          </a:xfrm>
          <a:custGeom>
            <a:avLst/>
            <a:gdLst/>
            <a:ahLst/>
            <a:cxnLst/>
            <a:rect l="l" t="t" r="r" b="b"/>
            <a:pathLst>
              <a:path w="1668144" h="1677670">
                <a:moveTo>
                  <a:pt x="1665439" y="0"/>
                </a:moveTo>
                <a:lnTo>
                  <a:pt x="1433753" y="0"/>
                </a:lnTo>
                <a:lnTo>
                  <a:pt x="1510868" y="77101"/>
                </a:lnTo>
                <a:lnTo>
                  <a:pt x="990422" y="597547"/>
                </a:lnTo>
                <a:lnTo>
                  <a:pt x="1079893" y="687019"/>
                </a:lnTo>
                <a:lnTo>
                  <a:pt x="1600339" y="166573"/>
                </a:lnTo>
                <a:lnTo>
                  <a:pt x="1665439" y="231686"/>
                </a:lnTo>
                <a:lnTo>
                  <a:pt x="1665439" y="166573"/>
                </a:lnTo>
                <a:lnTo>
                  <a:pt x="1665439" y="0"/>
                </a:lnTo>
                <a:close/>
              </a:path>
              <a:path w="1668144" h="1677670">
                <a:moveTo>
                  <a:pt x="1667624" y="1676069"/>
                </a:moveTo>
                <a:lnTo>
                  <a:pt x="1665439" y="1676069"/>
                </a:lnTo>
                <a:lnTo>
                  <a:pt x="1665439" y="1548942"/>
                </a:lnTo>
                <a:lnTo>
                  <a:pt x="1665439" y="1547342"/>
                </a:lnTo>
                <a:lnTo>
                  <a:pt x="1645577" y="1548257"/>
                </a:lnTo>
                <a:lnTo>
                  <a:pt x="1600314" y="1548942"/>
                </a:lnTo>
                <a:lnTo>
                  <a:pt x="1555127" y="1548257"/>
                </a:lnTo>
                <a:lnTo>
                  <a:pt x="1509966" y="1546186"/>
                </a:lnTo>
                <a:lnTo>
                  <a:pt x="1464868" y="1542732"/>
                </a:lnTo>
                <a:lnTo>
                  <a:pt x="1419885" y="1537906"/>
                </a:lnTo>
                <a:lnTo>
                  <a:pt x="1375029" y="1531696"/>
                </a:lnTo>
                <a:lnTo>
                  <a:pt x="1330350" y="1524101"/>
                </a:lnTo>
                <a:lnTo>
                  <a:pt x="1285875" y="1515135"/>
                </a:lnTo>
                <a:lnTo>
                  <a:pt x="1241640" y="1504784"/>
                </a:lnTo>
                <a:lnTo>
                  <a:pt x="1197673" y="1493062"/>
                </a:lnTo>
                <a:lnTo>
                  <a:pt x="1154023" y="1479956"/>
                </a:lnTo>
                <a:lnTo>
                  <a:pt x="1110716" y="1465465"/>
                </a:lnTo>
                <a:lnTo>
                  <a:pt x="1067777" y="1449603"/>
                </a:lnTo>
                <a:lnTo>
                  <a:pt x="1025258" y="1432356"/>
                </a:lnTo>
                <a:lnTo>
                  <a:pt x="983170" y="1413725"/>
                </a:lnTo>
                <a:lnTo>
                  <a:pt x="941578" y="1393723"/>
                </a:lnTo>
                <a:lnTo>
                  <a:pt x="900493" y="1372336"/>
                </a:lnTo>
                <a:lnTo>
                  <a:pt x="859955" y="1349578"/>
                </a:lnTo>
                <a:lnTo>
                  <a:pt x="820000" y="1325435"/>
                </a:lnTo>
                <a:lnTo>
                  <a:pt x="780669" y="1299908"/>
                </a:lnTo>
                <a:lnTo>
                  <a:pt x="741984" y="1273009"/>
                </a:lnTo>
                <a:lnTo>
                  <a:pt x="703986" y="1244727"/>
                </a:lnTo>
                <a:lnTo>
                  <a:pt x="666711" y="1215059"/>
                </a:lnTo>
                <a:lnTo>
                  <a:pt x="630186" y="1184021"/>
                </a:lnTo>
                <a:lnTo>
                  <a:pt x="594448" y="1151597"/>
                </a:lnTo>
                <a:lnTo>
                  <a:pt x="559536" y="1117803"/>
                </a:lnTo>
                <a:lnTo>
                  <a:pt x="525729" y="1082890"/>
                </a:lnTo>
                <a:lnTo>
                  <a:pt x="493318" y="1047165"/>
                </a:lnTo>
                <a:lnTo>
                  <a:pt x="462280" y="1010640"/>
                </a:lnTo>
                <a:lnTo>
                  <a:pt x="432625" y="973366"/>
                </a:lnTo>
                <a:lnTo>
                  <a:pt x="404342" y="935367"/>
                </a:lnTo>
                <a:lnTo>
                  <a:pt x="377444" y="896696"/>
                </a:lnTo>
                <a:lnTo>
                  <a:pt x="351929" y="857364"/>
                </a:lnTo>
                <a:lnTo>
                  <a:pt x="327787" y="817410"/>
                </a:lnTo>
                <a:lnTo>
                  <a:pt x="305028" y="776884"/>
                </a:lnTo>
                <a:lnTo>
                  <a:pt x="283641" y="735799"/>
                </a:lnTo>
                <a:lnTo>
                  <a:pt x="263639" y="694207"/>
                </a:lnTo>
                <a:lnTo>
                  <a:pt x="245021" y="652145"/>
                </a:lnTo>
                <a:lnTo>
                  <a:pt x="227774" y="609625"/>
                </a:lnTo>
                <a:lnTo>
                  <a:pt x="211912" y="566686"/>
                </a:lnTo>
                <a:lnTo>
                  <a:pt x="197421" y="523379"/>
                </a:lnTo>
                <a:lnTo>
                  <a:pt x="184315" y="479729"/>
                </a:lnTo>
                <a:lnTo>
                  <a:pt x="172593" y="435775"/>
                </a:lnTo>
                <a:lnTo>
                  <a:pt x="162242" y="391541"/>
                </a:lnTo>
                <a:lnTo>
                  <a:pt x="153276" y="347065"/>
                </a:lnTo>
                <a:lnTo>
                  <a:pt x="145694" y="302387"/>
                </a:lnTo>
                <a:lnTo>
                  <a:pt x="139484" y="257543"/>
                </a:lnTo>
                <a:lnTo>
                  <a:pt x="134658" y="212547"/>
                </a:lnTo>
                <a:lnTo>
                  <a:pt x="131203" y="167462"/>
                </a:lnTo>
                <a:lnTo>
                  <a:pt x="129133" y="122301"/>
                </a:lnTo>
                <a:lnTo>
                  <a:pt x="128447" y="77101"/>
                </a:lnTo>
                <a:lnTo>
                  <a:pt x="129133" y="31915"/>
                </a:lnTo>
                <a:lnTo>
                  <a:pt x="130594" y="0"/>
                </a:lnTo>
                <a:lnTo>
                  <a:pt x="1790" y="0"/>
                </a:lnTo>
                <a:lnTo>
                  <a:pt x="1231" y="10020"/>
                </a:lnTo>
                <a:lnTo>
                  <a:pt x="0" y="54686"/>
                </a:lnTo>
                <a:lnTo>
                  <a:pt x="0" y="99364"/>
                </a:lnTo>
                <a:lnTo>
                  <a:pt x="1244" y="144030"/>
                </a:lnTo>
                <a:lnTo>
                  <a:pt x="3721" y="188645"/>
                </a:lnTo>
                <a:lnTo>
                  <a:pt x="7442" y="233210"/>
                </a:lnTo>
                <a:lnTo>
                  <a:pt x="12407" y="277660"/>
                </a:lnTo>
                <a:lnTo>
                  <a:pt x="18605" y="321983"/>
                </a:lnTo>
                <a:lnTo>
                  <a:pt x="26047" y="366166"/>
                </a:lnTo>
                <a:lnTo>
                  <a:pt x="34721" y="410159"/>
                </a:lnTo>
                <a:lnTo>
                  <a:pt x="44640" y="453936"/>
                </a:lnTo>
                <a:lnTo>
                  <a:pt x="55803" y="497484"/>
                </a:lnTo>
                <a:lnTo>
                  <a:pt x="68199" y="540766"/>
                </a:lnTo>
                <a:lnTo>
                  <a:pt x="81838" y="583755"/>
                </a:lnTo>
                <a:lnTo>
                  <a:pt x="96723" y="626414"/>
                </a:lnTo>
                <a:lnTo>
                  <a:pt x="112839" y="668731"/>
                </a:lnTo>
                <a:lnTo>
                  <a:pt x="130187" y="710666"/>
                </a:lnTo>
                <a:lnTo>
                  <a:pt x="148793" y="752195"/>
                </a:lnTo>
                <a:lnTo>
                  <a:pt x="168630" y="793292"/>
                </a:lnTo>
                <a:lnTo>
                  <a:pt x="189699" y="833920"/>
                </a:lnTo>
                <a:lnTo>
                  <a:pt x="212013" y="874064"/>
                </a:lnTo>
                <a:lnTo>
                  <a:pt x="235572" y="913701"/>
                </a:lnTo>
                <a:lnTo>
                  <a:pt x="260362" y="952779"/>
                </a:lnTo>
                <a:lnTo>
                  <a:pt x="286397" y="991285"/>
                </a:lnTo>
                <a:lnTo>
                  <a:pt x="313677" y="1029182"/>
                </a:lnTo>
                <a:lnTo>
                  <a:pt x="342188" y="1066457"/>
                </a:lnTo>
                <a:lnTo>
                  <a:pt x="371932" y="1103083"/>
                </a:lnTo>
                <a:lnTo>
                  <a:pt x="402932" y="1139012"/>
                </a:lnTo>
                <a:lnTo>
                  <a:pt x="435152" y="1174229"/>
                </a:lnTo>
                <a:lnTo>
                  <a:pt x="468630" y="1208697"/>
                </a:lnTo>
                <a:lnTo>
                  <a:pt x="503097" y="1242174"/>
                </a:lnTo>
                <a:lnTo>
                  <a:pt x="538314" y="1274394"/>
                </a:lnTo>
                <a:lnTo>
                  <a:pt x="574255" y="1305394"/>
                </a:lnTo>
                <a:lnTo>
                  <a:pt x="610870" y="1335138"/>
                </a:lnTo>
                <a:lnTo>
                  <a:pt x="648144" y="1363649"/>
                </a:lnTo>
                <a:lnTo>
                  <a:pt x="686054" y="1390929"/>
                </a:lnTo>
                <a:lnTo>
                  <a:pt x="724560" y="1416951"/>
                </a:lnTo>
                <a:lnTo>
                  <a:pt x="763638" y="1441754"/>
                </a:lnTo>
                <a:lnTo>
                  <a:pt x="803262" y="1465300"/>
                </a:lnTo>
                <a:lnTo>
                  <a:pt x="843407" y="1487614"/>
                </a:lnTo>
                <a:lnTo>
                  <a:pt x="884047" y="1508696"/>
                </a:lnTo>
                <a:lnTo>
                  <a:pt x="925144" y="1528533"/>
                </a:lnTo>
                <a:lnTo>
                  <a:pt x="966673" y="1547126"/>
                </a:lnTo>
                <a:lnTo>
                  <a:pt x="1008608" y="1564487"/>
                </a:lnTo>
                <a:lnTo>
                  <a:pt x="1050925" y="1580603"/>
                </a:lnTo>
                <a:lnTo>
                  <a:pt x="1093597" y="1595475"/>
                </a:lnTo>
                <a:lnTo>
                  <a:pt x="1136573" y="1609115"/>
                </a:lnTo>
                <a:lnTo>
                  <a:pt x="1179855" y="1621510"/>
                </a:lnTo>
                <a:lnTo>
                  <a:pt x="1223403" y="1632673"/>
                </a:lnTo>
                <a:lnTo>
                  <a:pt x="1267193" y="1642592"/>
                </a:lnTo>
                <a:lnTo>
                  <a:pt x="1311186" y="1651266"/>
                </a:lnTo>
                <a:lnTo>
                  <a:pt x="1355356" y="1658708"/>
                </a:lnTo>
                <a:lnTo>
                  <a:pt x="1399692" y="1664906"/>
                </a:lnTo>
                <a:lnTo>
                  <a:pt x="1444142" y="1669872"/>
                </a:lnTo>
                <a:lnTo>
                  <a:pt x="1488706" y="1673593"/>
                </a:lnTo>
                <a:lnTo>
                  <a:pt x="1533321" y="1676069"/>
                </a:lnTo>
                <a:lnTo>
                  <a:pt x="1577987" y="1677314"/>
                </a:lnTo>
                <a:lnTo>
                  <a:pt x="1622767" y="1677314"/>
                </a:lnTo>
                <a:lnTo>
                  <a:pt x="1667624" y="1676069"/>
                </a:lnTo>
                <a:close/>
              </a:path>
            </a:pathLst>
          </a:custGeom>
          <a:solidFill>
            <a:srgbClr val="D5DEEB">
              <a:alpha val="60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5788366" y="0"/>
            <a:ext cx="384175" cy="258445"/>
          </a:xfrm>
          <a:custGeom>
            <a:avLst/>
            <a:gdLst/>
            <a:ahLst/>
            <a:cxnLst/>
            <a:rect l="l" t="t" r="r" b="b"/>
            <a:pathLst>
              <a:path w="384175" h="258445">
                <a:moveTo>
                  <a:pt x="383873" y="258438"/>
                </a:moveTo>
                <a:lnTo>
                  <a:pt x="0" y="0"/>
                </a:lnTo>
                <a:lnTo>
                  <a:pt x="380558" y="0"/>
                </a:lnTo>
                <a:lnTo>
                  <a:pt x="383873" y="258438"/>
                </a:lnTo>
                <a:close/>
              </a:path>
            </a:pathLst>
          </a:custGeom>
          <a:solidFill>
            <a:srgbClr val="D5DEEB">
              <a:alpha val="60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8027750" y="2142678"/>
            <a:ext cx="260350" cy="382270"/>
          </a:xfrm>
          <a:custGeom>
            <a:avLst/>
            <a:gdLst/>
            <a:ahLst/>
            <a:cxnLst/>
            <a:rect l="l" t="t" r="r" b="b"/>
            <a:pathLst>
              <a:path w="260350" h="382269">
                <a:moveTo>
                  <a:pt x="260248" y="381922"/>
                </a:moveTo>
                <a:lnTo>
                  <a:pt x="0" y="0"/>
                </a:lnTo>
                <a:lnTo>
                  <a:pt x="260248" y="2361"/>
                </a:lnTo>
                <a:lnTo>
                  <a:pt x="260248" y="381922"/>
                </a:lnTo>
                <a:close/>
              </a:path>
            </a:pathLst>
          </a:custGeom>
          <a:solidFill>
            <a:srgbClr val="D5DEEB">
              <a:alpha val="60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18724" y="924388"/>
            <a:ext cx="7689215" cy="8788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600">
                <a:solidFill>
                  <a:srgbClr val="07A793"/>
                </a:solidFill>
              </a:rPr>
              <a:t>TABLE</a:t>
            </a:r>
            <a:r>
              <a:rPr dirty="0" sz="5600" spc="-130">
                <a:solidFill>
                  <a:srgbClr val="07A793"/>
                </a:solidFill>
              </a:rPr>
              <a:t> </a:t>
            </a:r>
            <a:r>
              <a:rPr dirty="0" sz="5600">
                <a:solidFill>
                  <a:srgbClr val="07A793"/>
                </a:solidFill>
              </a:rPr>
              <a:t>OF</a:t>
            </a:r>
            <a:r>
              <a:rPr dirty="0" sz="5600" spc="-130">
                <a:solidFill>
                  <a:srgbClr val="07A793"/>
                </a:solidFill>
              </a:rPr>
              <a:t> </a:t>
            </a:r>
            <a:r>
              <a:rPr dirty="0" sz="5600" spc="-10">
                <a:solidFill>
                  <a:srgbClr val="07A793"/>
                </a:solidFill>
              </a:rPr>
              <a:t>CONTENTS</a:t>
            </a:r>
            <a:endParaRPr sz="5600"/>
          </a:p>
        </p:txBody>
      </p:sp>
      <p:sp>
        <p:nvSpPr>
          <p:cNvPr id="7" name="object 7" descr=""/>
          <p:cNvSpPr txBox="1"/>
          <p:nvPr/>
        </p:nvSpPr>
        <p:spPr>
          <a:xfrm>
            <a:off x="1559801" y="2168670"/>
            <a:ext cx="563245" cy="605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800" spc="-25" b="1">
                <a:solidFill>
                  <a:srgbClr val="F5F5F7"/>
                </a:solidFill>
                <a:latin typeface="Arial"/>
                <a:cs typeface="Arial"/>
              </a:rPr>
              <a:t>01</a:t>
            </a:r>
            <a:endParaRPr sz="38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518724" y="3445321"/>
            <a:ext cx="3711575" cy="6026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750" spc="-10" b="1">
                <a:solidFill>
                  <a:srgbClr val="2F5B98"/>
                </a:solidFill>
                <a:latin typeface="Arial"/>
                <a:cs typeface="Arial"/>
              </a:rPr>
              <a:t>INTRODUCTION</a:t>
            </a:r>
            <a:endParaRPr sz="37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917275" y="7740301"/>
            <a:ext cx="3260090" cy="6032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750" spc="-10" b="1">
                <a:solidFill>
                  <a:srgbClr val="2F5B98"/>
                </a:solidFill>
                <a:latin typeface="Arial"/>
                <a:cs typeface="Arial"/>
              </a:rPr>
              <a:t>CONCLUSION</a:t>
            </a:r>
            <a:endParaRPr sz="375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2316974" y="7691533"/>
            <a:ext cx="3714750" cy="6032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750" spc="-10" b="1">
                <a:solidFill>
                  <a:srgbClr val="2F5B98"/>
                </a:solidFill>
                <a:latin typeface="Arial"/>
                <a:cs typeface="Arial"/>
              </a:rPr>
              <a:t>BIBLIOGRAPHY</a:t>
            </a:r>
            <a:endParaRPr sz="37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917275" y="2168670"/>
            <a:ext cx="4356735" cy="2322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3340">
              <a:lnSpc>
                <a:spcPct val="100000"/>
              </a:lnSpc>
              <a:spcBef>
                <a:spcPts val="105"/>
              </a:spcBef>
            </a:pPr>
            <a:r>
              <a:rPr dirty="0" sz="3800" spc="-25" b="1">
                <a:solidFill>
                  <a:srgbClr val="F5F5F7"/>
                </a:solidFill>
                <a:latin typeface="Arial"/>
                <a:cs typeface="Arial"/>
              </a:rPr>
              <a:t>02</a:t>
            </a:r>
            <a:endParaRPr sz="3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3750" b="1">
                <a:solidFill>
                  <a:srgbClr val="2F5B98"/>
                </a:solidFill>
                <a:latin typeface="Arial"/>
                <a:cs typeface="Arial"/>
              </a:rPr>
              <a:t>WHAT</a:t>
            </a:r>
            <a:r>
              <a:rPr dirty="0" sz="3750" spc="45" b="1">
                <a:solidFill>
                  <a:srgbClr val="2F5B98"/>
                </a:solidFill>
                <a:latin typeface="Arial"/>
                <a:cs typeface="Arial"/>
              </a:rPr>
              <a:t> </a:t>
            </a:r>
            <a:r>
              <a:rPr dirty="0" sz="3750" spc="-25" b="1">
                <a:solidFill>
                  <a:srgbClr val="2F5B98"/>
                </a:solidFill>
                <a:latin typeface="Arial"/>
                <a:cs typeface="Arial"/>
              </a:rPr>
              <a:t>ARE</a:t>
            </a:r>
            <a:endParaRPr sz="37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3750" spc="-10" b="1">
                <a:solidFill>
                  <a:srgbClr val="2F5B98"/>
                </a:solidFill>
                <a:latin typeface="Arial"/>
                <a:cs typeface="Arial"/>
              </a:rPr>
              <a:t>AI-</a:t>
            </a:r>
            <a:r>
              <a:rPr dirty="0" sz="3750" b="1">
                <a:solidFill>
                  <a:srgbClr val="2F5B98"/>
                </a:solidFill>
                <a:latin typeface="Arial"/>
                <a:cs typeface="Arial"/>
              </a:rPr>
              <a:t>DRIVEN</a:t>
            </a:r>
            <a:r>
              <a:rPr dirty="0" sz="3750" spc="70" b="1">
                <a:solidFill>
                  <a:srgbClr val="2F5B98"/>
                </a:solidFill>
                <a:latin typeface="Arial"/>
                <a:cs typeface="Arial"/>
              </a:rPr>
              <a:t> </a:t>
            </a:r>
            <a:r>
              <a:rPr dirty="0" sz="3750" spc="-10" b="1">
                <a:solidFill>
                  <a:srgbClr val="2F5B98"/>
                </a:solidFill>
                <a:latin typeface="Arial"/>
                <a:cs typeface="Arial"/>
              </a:rPr>
              <a:t>DRONE DELIVERIES?</a:t>
            </a:r>
            <a:endParaRPr sz="375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2359850" y="6592371"/>
            <a:ext cx="563245" cy="605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800" spc="-25" b="1">
                <a:solidFill>
                  <a:srgbClr val="F5F5F7"/>
                </a:solidFill>
                <a:latin typeface="Arial"/>
                <a:cs typeface="Arial"/>
              </a:rPr>
              <a:t>06</a:t>
            </a:r>
            <a:endParaRPr sz="38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2315824" y="2168670"/>
            <a:ext cx="4089400" cy="2322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6515">
              <a:lnSpc>
                <a:spcPct val="100000"/>
              </a:lnSpc>
              <a:spcBef>
                <a:spcPts val="105"/>
              </a:spcBef>
            </a:pPr>
            <a:r>
              <a:rPr dirty="0" sz="3800" spc="-25" b="1">
                <a:solidFill>
                  <a:srgbClr val="F5F5F7"/>
                </a:solidFill>
                <a:latin typeface="Arial"/>
                <a:cs typeface="Arial"/>
              </a:rPr>
              <a:t>03</a:t>
            </a:r>
            <a:endParaRPr sz="3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0"/>
              </a:spcBef>
            </a:pPr>
            <a:r>
              <a:rPr dirty="0" sz="3750" spc="-10" b="1">
                <a:solidFill>
                  <a:srgbClr val="2F5B98"/>
                </a:solidFill>
                <a:latin typeface="Arial"/>
                <a:cs typeface="Arial"/>
              </a:rPr>
              <a:t>BUSINESS </a:t>
            </a:r>
            <a:r>
              <a:rPr dirty="0" sz="3750" b="1">
                <a:solidFill>
                  <a:srgbClr val="2F5B98"/>
                </a:solidFill>
                <a:latin typeface="Arial"/>
                <a:cs typeface="Arial"/>
              </a:rPr>
              <a:t>APPLICATIONS</a:t>
            </a:r>
            <a:r>
              <a:rPr dirty="0" sz="3750" spc="125" b="1">
                <a:solidFill>
                  <a:srgbClr val="2F5B98"/>
                </a:solidFill>
                <a:latin typeface="Arial"/>
                <a:cs typeface="Arial"/>
              </a:rPr>
              <a:t> </a:t>
            </a:r>
            <a:r>
              <a:rPr dirty="0" sz="3750" spc="-50" b="1">
                <a:solidFill>
                  <a:srgbClr val="2F5B98"/>
                </a:solidFill>
                <a:latin typeface="Arial"/>
                <a:cs typeface="Arial"/>
              </a:rPr>
              <a:t>&amp; </a:t>
            </a:r>
            <a:r>
              <a:rPr dirty="0" sz="3750" spc="-10" b="1">
                <a:solidFill>
                  <a:srgbClr val="2F5B98"/>
                </a:solidFill>
                <a:latin typeface="Arial"/>
                <a:cs typeface="Arial"/>
              </a:rPr>
              <a:t>BENEFITS</a:t>
            </a:r>
            <a:endParaRPr sz="375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958352" y="6592371"/>
            <a:ext cx="563245" cy="605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800" spc="-25" b="1">
                <a:solidFill>
                  <a:srgbClr val="F5F5F7"/>
                </a:solidFill>
                <a:latin typeface="Arial"/>
                <a:cs typeface="Arial"/>
              </a:rPr>
              <a:t>05</a:t>
            </a:r>
            <a:endParaRPr sz="38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518724" y="6592371"/>
            <a:ext cx="4383405" cy="17513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3340">
              <a:lnSpc>
                <a:spcPct val="100000"/>
              </a:lnSpc>
              <a:spcBef>
                <a:spcPts val="105"/>
              </a:spcBef>
            </a:pPr>
            <a:r>
              <a:rPr dirty="0" sz="3800" spc="-25" b="1">
                <a:solidFill>
                  <a:srgbClr val="F5F5F7"/>
                </a:solidFill>
                <a:latin typeface="Arial"/>
                <a:cs typeface="Arial"/>
              </a:rPr>
              <a:t>04</a:t>
            </a:r>
            <a:endParaRPr sz="3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0"/>
              </a:spcBef>
            </a:pPr>
            <a:r>
              <a:rPr dirty="0" sz="3750" b="1">
                <a:solidFill>
                  <a:srgbClr val="2F5B98"/>
                </a:solidFill>
                <a:latin typeface="Arial"/>
                <a:cs typeface="Arial"/>
              </a:rPr>
              <a:t>CHALLENGES</a:t>
            </a:r>
            <a:r>
              <a:rPr dirty="0" sz="3750" spc="105" b="1">
                <a:solidFill>
                  <a:srgbClr val="2F5B98"/>
                </a:solidFill>
                <a:latin typeface="Arial"/>
                <a:cs typeface="Arial"/>
              </a:rPr>
              <a:t> </a:t>
            </a:r>
            <a:r>
              <a:rPr dirty="0" sz="3750" spc="-50" b="1">
                <a:solidFill>
                  <a:srgbClr val="2F5B98"/>
                </a:solidFill>
                <a:latin typeface="Arial"/>
                <a:cs typeface="Arial"/>
              </a:rPr>
              <a:t>&amp; </a:t>
            </a:r>
            <a:r>
              <a:rPr dirty="0" sz="3750" spc="-10" b="1">
                <a:solidFill>
                  <a:srgbClr val="2F5B98"/>
                </a:solidFill>
                <a:latin typeface="Arial"/>
                <a:cs typeface="Arial"/>
              </a:rPr>
              <a:t>CONSIDERATIONS</a:t>
            </a:r>
            <a:endParaRPr sz="3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9258680"/>
            <a:ext cx="996315" cy="1028700"/>
          </a:xfrm>
          <a:custGeom>
            <a:avLst/>
            <a:gdLst/>
            <a:ahLst/>
            <a:cxnLst/>
            <a:rect l="l" t="t" r="r" b="b"/>
            <a:pathLst>
              <a:path w="996315" h="1028700">
                <a:moveTo>
                  <a:pt x="644817" y="748334"/>
                </a:moveTo>
                <a:lnTo>
                  <a:pt x="322376" y="748334"/>
                </a:lnTo>
                <a:lnTo>
                  <a:pt x="322376" y="427139"/>
                </a:lnTo>
                <a:lnTo>
                  <a:pt x="266915" y="427139"/>
                </a:lnTo>
                <a:lnTo>
                  <a:pt x="266915" y="748334"/>
                </a:lnTo>
                <a:lnTo>
                  <a:pt x="0" y="748334"/>
                </a:lnTo>
                <a:lnTo>
                  <a:pt x="0" y="803579"/>
                </a:lnTo>
                <a:lnTo>
                  <a:pt x="266915" y="803579"/>
                </a:lnTo>
                <a:lnTo>
                  <a:pt x="266915" y="1028331"/>
                </a:lnTo>
                <a:lnTo>
                  <a:pt x="322376" y="1028331"/>
                </a:lnTo>
                <a:lnTo>
                  <a:pt x="322376" y="803579"/>
                </a:lnTo>
                <a:lnTo>
                  <a:pt x="644817" y="803579"/>
                </a:lnTo>
                <a:lnTo>
                  <a:pt x="644817" y="748334"/>
                </a:lnTo>
                <a:close/>
              </a:path>
              <a:path w="996315" h="1028700">
                <a:moveTo>
                  <a:pt x="977849" y="0"/>
                </a:moveTo>
                <a:lnTo>
                  <a:pt x="782269" y="38900"/>
                </a:lnTo>
                <a:lnTo>
                  <a:pt x="940435" y="199123"/>
                </a:lnTo>
                <a:lnTo>
                  <a:pt x="977849" y="0"/>
                </a:lnTo>
                <a:close/>
              </a:path>
              <a:path w="996315" h="1028700">
                <a:moveTo>
                  <a:pt x="995794" y="775906"/>
                </a:moveTo>
                <a:lnTo>
                  <a:pt x="994168" y="727976"/>
                </a:lnTo>
                <a:lnTo>
                  <a:pt x="989368" y="680986"/>
                </a:lnTo>
                <a:lnTo>
                  <a:pt x="981532" y="635088"/>
                </a:lnTo>
                <a:lnTo>
                  <a:pt x="970762" y="590270"/>
                </a:lnTo>
                <a:lnTo>
                  <a:pt x="957110" y="546531"/>
                </a:lnTo>
                <a:lnTo>
                  <a:pt x="940714" y="504075"/>
                </a:lnTo>
                <a:lnTo>
                  <a:pt x="921664" y="463016"/>
                </a:lnTo>
                <a:lnTo>
                  <a:pt x="900087" y="423430"/>
                </a:lnTo>
                <a:lnTo>
                  <a:pt x="876071" y="385445"/>
                </a:lnTo>
                <a:lnTo>
                  <a:pt x="849731" y="349161"/>
                </a:lnTo>
                <a:lnTo>
                  <a:pt x="821156" y="314667"/>
                </a:lnTo>
                <a:lnTo>
                  <a:pt x="790473" y="282079"/>
                </a:lnTo>
                <a:lnTo>
                  <a:pt x="757758" y="251498"/>
                </a:lnTo>
                <a:lnTo>
                  <a:pt x="723138" y="223037"/>
                </a:lnTo>
                <a:lnTo>
                  <a:pt x="686714" y="196786"/>
                </a:lnTo>
                <a:lnTo>
                  <a:pt x="648576" y="172872"/>
                </a:lnTo>
                <a:lnTo>
                  <a:pt x="608850" y="151371"/>
                </a:lnTo>
                <a:lnTo>
                  <a:pt x="570242" y="133604"/>
                </a:lnTo>
                <a:lnTo>
                  <a:pt x="524967" y="116039"/>
                </a:lnTo>
                <a:lnTo>
                  <a:pt x="481063" y="102450"/>
                </a:lnTo>
                <a:lnTo>
                  <a:pt x="435978" y="91694"/>
                </a:lnTo>
                <a:lnTo>
                  <a:pt x="389826" y="83870"/>
                </a:lnTo>
                <a:lnTo>
                  <a:pt x="342684" y="79108"/>
                </a:lnTo>
                <a:lnTo>
                  <a:pt x="294690" y="77495"/>
                </a:lnTo>
                <a:lnTo>
                  <a:pt x="246684" y="79108"/>
                </a:lnTo>
                <a:lnTo>
                  <a:pt x="199555" y="83870"/>
                </a:lnTo>
                <a:lnTo>
                  <a:pt x="153390" y="91694"/>
                </a:lnTo>
                <a:lnTo>
                  <a:pt x="108305" y="102450"/>
                </a:lnTo>
                <a:lnTo>
                  <a:pt x="64389" y="116039"/>
                </a:lnTo>
                <a:lnTo>
                  <a:pt x="21780" y="132384"/>
                </a:lnTo>
                <a:lnTo>
                  <a:pt x="0" y="142405"/>
                </a:lnTo>
                <a:lnTo>
                  <a:pt x="0" y="204876"/>
                </a:lnTo>
                <a:lnTo>
                  <a:pt x="22821" y="193294"/>
                </a:lnTo>
                <a:lnTo>
                  <a:pt x="64884" y="175577"/>
                </a:lnTo>
                <a:lnTo>
                  <a:pt x="108407" y="160794"/>
                </a:lnTo>
                <a:lnTo>
                  <a:pt x="153263" y="149085"/>
                </a:lnTo>
                <a:lnTo>
                  <a:pt x="199339" y="140563"/>
                </a:lnTo>
                <a:lnTo>
                  <a:pt x="246494" y="135369"/>
                </a:lnTo>
                <a:lnTo>
                  <a:pt x="294601" y="133604"/>
                </a:lnTo>
                <a:lnTo>
                  <a:pt x="342709" y="135369"/>
                </a:lnTo>
                <a:lnTo>
                  <a:pt x="389864" y="140563"/>
                </a:lnTo>
                <a:lnTo>
                  <a:pt x="435927" y="149085"/>
                </a:lnTo>
                <a:lnTo>
                  <a:pt x="480796" y="160794"/>
                </a:lnTo>
                <a:lnTo>
                  <a:pt x="524319" y="175577"/>
                </a:lnTo>
                <a:lnTo>
                  <a:pt x="566381" y="193294"/>
                </a:lnTo>
                <a:lnTo>
                  <a:pt x="606856" y="213842"/>
                </a:lnTo>
                <a:lnTo>
                  <a:pt x="645642" y="237070"/>
                </a:lnTo>
                <a:lnTo>
                  <a:pt x="682574" y="262890"/>
                </a:lnTo>
                <a:lnTo>
                  <a:pt x="717562" y="291134"/>
                </a:lnTo>
                <a:lnTo>
                  <a:pt x="750455" y="321716"/>
                </a:lnTo>
                <a:lnTo>
                  <a:pt x="781151" y="354495"/>
                </a:lnTo>
                <a:lnTo>
                  <a:pt x="809523" y="389356"/>
                </a:lnTo>
                <a:lnTo>
                  <a:pt x="835431" y="426161"/>
                </a:lnTo>
                <a:lnTo>
                  <a:pt x="858748" y="464781"/>
                </a:lnTo>
                <a:lnTo>
                  <a:pt x="879373" y="505117"/>
                </a:lnTo>
                <a:lnTo>
                  <a:pt x="897166" y="547027"/>
                </a:lnTo>
                <a:lnTo>
                  <a:pt x="911999" y="590397"/>
                </a:lnTo>
                <a:lnTo>
                  <a:pt x="923747" y="635088"/>
                </a:lnTo>
                <a:lnTo>
                  <a:pt x="932319" y="681151"/>
                </a:lnTo>
                <a:lnTo>
                  <a:pt x="937526" y="728103"/>
                </a:lnTo>
                <a:lnTo>
                  <a:pt x="939292" y="775906"/>
                </a:lnTo>
                <a:lnTo>
                  <a:pt x="937526" y="823849"/>
                </a:lnTo>
                <a:lnTo>
                  <a:pt x="932307" y="870839"/>
                </a:lnTo>
                <a:lnTo>
                  <a:pt x="923772" y="916647"/>
                </a:lnTo>
                <a:lnTo>
                  <a:pt x="911948" y="961555"/>
                </a:lnTo>
                <a:lnTo>
                  <a:pt x="897166" y="1004798"/>
                </a:lnTo>
                <a:lnTo>
                  <a:pt x="887171" y="1028331"/>
                </a:lnTo>
                <a:lnTo>
                  <a:pt x="948207" y="1028331"/>
                </a:lnTo>
                <a:lnTo>
                  <a:pt x="970788" y="961428"/>
                </a:lnTo>
                <a:lnTo>
                  <a:pt x="981557" y="916647"/>
                </a:lnTo>
                <a:lnTo>
                  <a:pt x="989406" y="870673"/>
                </a:lnTo>
                <a:lnTo>
                  <a:pt x="994181" y="823722"/>
                </a:lnTo>
                <a:lnTo>
                  <a:pt x="995794" y="775906"/>
                </a:lnTo>
                <a:close/>
              </a:path>
            </a:pathLst>
          </a:custGeom>
          <a:solidFill>
            <a:srgbClr val="D5DEEB">
              <a:alpha val="609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337521"/>
            <a:ext cx="837350" cy="148432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106983" y="1158929"/>
            <a:ext cx="11708765" cy="6055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7495">
              <a:lnSpc>
                <a:spcPct val="100000"/>
              </a:lnSpc>
              <a:spcBef>
                <a:spcPts val="100"/>
              </a:spcBef>
            </a:pPr>
            <a:r>
              <a:rPr dirty="0" sz="12000" spc="-25">
                <a:solidFill>
                  <a:srgbClr val="F5F5F7"/>
                </a:solidFill>
                <a:latin typeface="Microsoft Sans Serif"/>
                <a:cs typeface="Microsoft Sans Serif"/>
              </a:rPr>
              <a:t>01</a:t>
            </a:r>
            <a:endParaRPr sz="1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095"/>
              </a:spcBef>
            </a:pPr>
            <a:endParaRPr sz="1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2000" spc="-10" b="1">
                <a:solidFill>
                  <a:srgbClr val="07A793"/>
                </a:solidFill>
                <a:latin typeface="Arial"/>
                <a:cs typeface="Arial"/>
              </a:rPr>
              <a:t>INTRODUCTION</a:t>
            </a:r>
            <a:endParaRPr sz="1200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837406" y="5262196"/>
            <a:ext cx="17451070" cy="5025390"/>
            <a:chOff x="837406" y="5262196"/>
            <a:chExt cx="17451070" cy="5025390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7406" y="7463400"/>
              <a:ext cx="17450593" cy="431396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619634" y="5262196"/>
              <a:ext cx="2196833" cy="5024802"/>
            </a:xfrm>
            <a:prstGeom prst="rect">
              <a:avLst/>
            </a:prstGeom>
          </p:spPr>
        </p:pic>
      </p:grpSp>
      <p:grpSp>
        <p:nvGrpSpPr>
          <p:cNvPr id="8" name="object 8" descr=""/>
          <p:cNvGrpSpPr/>
          <p:nvPr/>
        </p:nvGrpSpPr>
        <p:grpSpPr>
          <a:xfrm>
            <a:off x="17597775" y="0"/>
            <a:ext cx="690245" cy="671195"/>
            <a:chOff x="17597775" y="0"/>
            <a:chExt cx="690245" cy="671195"/>
          </a:xfrm>
        </p:grpSpPr>
        <p:sp>
          <p:nvSpPr>
            <p:cNvPr id="9" name="object 9" descr=""/>
            <p:cNvSpPr/>
            <p:nvPr/>
          </p:nvSpPr>
          <p:spPr>
            <a:xfrm>
              <a:off x="17597775" y="0"/>
              <a:ext cx="690245" cy="671195"/>
            </a:xfrm>
            <a:custGeom>
              <a:avLst/>
              <a:gdLst/>
              <a:ahLst/>
              <a:cxnLst/>
              <a:rect l="l" t="t" r="r" b="b"/>
              <a:pathLst>
                <a:path w="690244" h="671195">
                  <a:moveTo>
                    <a:pt x="690223" y="670976"/>
                  </a:moveTo>
                  <a:lnTo>
                    <a:pt x="688558" y="670976"/>
                  </a:lnTo>
                  <a:lnTo>
                    <a:pt x="641308" y="669295"/>
                  </a:lnTo>
                  <a:lnTo>
                    <a:pt x="593414" y="664419"/>
                  </a:lnTo>
                  <a:lnTo>
                    <a:pt x="545894" y="656291"/>
                  </a:lnTo>
                  <a:lnTo>
                    <a:pt x="498936" y="644911"/>
                  </a:lnTo>
                  <a:lnTo>
                    <a:pt x="452729" y="630279"/>
                  </a:lnTo>
                  <a:lnTo>
                    <a:pt x="407458" y="612394"/>
                  </a:lnTo>
                  <a:lnTo>
                    <a:pt x="363312" y="591256"/>
                  </a:lnTo>
                  <a:lnTo>
                    <a:pt x="320479" y="566865"/>
                  </a:lnTo>
                  <a:lnTo>
                    <a:pt x="279145" y="539219"/>
                  </a:lnTo>
                  <a:lnTo>
                    <a:pt x="239498" y="508319"/>
                  </a:lnTo>
                  <a:lnTo>
                    <a:pt x="201725" y="474164"/>
                  </a:lnTo>
                  <a:lnTo>
                    <a:pt x="168104" y="439044"/>
                  </a:lnTo>
                  <a:lnTo>
                    <a:pt x="137540" y="402246"/>
                  </a:lnTo>
                  <a:lnTo>
                    <a:pt x="110032" y="363928"/>
                  </a:lnTo>
                  <a:lnTo>
                    <a:pt x="85580" y="324251"/>
                  </a:lnTo>
                  <a:lnTo>
                    <a:pt x="64185" y="283375"/>
                  </a:lnTo>
                  <a:lnTo>
                    <a:pt x="45846" y="241460"/>
                  </a:lnTo>
                  <a:lnTo>
                    <a:pt x="30564" y="198665"/>
                  </a:lnTo>
                  <a:lnTo>
                    <a:pt x="18338" y="155151"/>
                  </a:lnTo>
                  <a:lnTo>
                    <a:pt x="9169" y="111077"/>
                  </a:lnTo>
                  <a:lnTo>
                    <a:pt x="3056" y="66603"/>
                  </a:lnTo>
                  <a:lnTo>
                    <a:pt x="0" y="21889"/>
                  </a:lnTo>
                  <a:lnTo>
                    <a:pt x="0" y="0"/>
                  </a:lnTo>
                  <a:lnTo>
                    <a:pt x="690224" y="0"/>
                  </a:lnTo>
                  <a:lnTo>
                    <a:pt x="690223" y="670976"/>
                  </a:lnTo>
                  <a:close/>
                </a:path>
              </a:pathLst>
            </a:custGeom>
            <a:solidFill>
              <a:srgbClr val="169A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7800928" y="3679"/>
              <a:ext cx="484505" cy="667385"/>
            </a:xfrm>
            <a:custGeom>
              <a:avLst/>
              <a:gdLst/>
              <a:ahLst/>
              <a:cxnLst/>
              <a:rect l="l" t="t" r="r" b="b"/>
              <a:pathLst>
                <a:path w="484505" h="667385">
                  <a:moveTo>
                    <a:pt x="484430" y="667146"/>
                  </a:moveTo>
                  <a:lnTo>
                    <a:pt x="436663" y="665412"/>
                  </a:lnTo>
                  <a:lnTo>
                    <a:pt x="389090" y="660470"/>
                  </a:lnTo>
                  <a:lnTo>
                    <a:pt x="341894" y="652320"/>
                  </a:lnTo>
                  <a:lnTo>
                    <a:pt x="295260" y="640962"/>
                  </a:lnTo>
                  <a:lnTo>
                    <a:pt x="249371" y="626395"/>
                  </a:lnTo>
                  <a:lnTo>
                    <a:pt x="204412" y="608621"/>
                  </a:lnTo>
                  <a:lnTo>
                    <a:pt x="160566" y="587638"/>
                  </a:lnTo>
                  <a:lnTo>
                    <a:pt x="118018" y="563447"/>
                  </a:lnTo>
                  <a:lnTo>
                    <a:pt x="76952" y="536048"/>
                  </a:lnTo>
                  <a:lnTo>
                    <a:pt x="37551" y="505441"/>
                  </a:lnTo>
                  <a:lnTo>
                    <a:pt x="0" y="471626"/>
                  </a:lnTo>
                  <a:lnTo>
                    <a:pt x="484430" y="0"/>
                  </a:lnTo>
                  <a:lnTo>
                    <a:pt x="484430" y="667146"/>
                  </a:lnTo>
                  <a:close/>
                </a:path>
              </a:pathLst>
            </a:custGeom>
            <a:solidFill>
              <a:srgbClr val="67B9A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83997" y="1224419"/>
            <a:ext cx="5935021" cy="36159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02728" cy="102869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21310" y="3346196"/>
            <a:ext cx="6054390" cy="369569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271774" y="8622374"/>
            <a:ext cx="2016226" cy="166462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47249" y="474431"/>
            <a:ext cx="8865870" cy="1092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53610" algn="l"/>
              </a:tabLst>
            </a:pPr>
            <a:r>
              <a:rPr dirty="0" sz="7000">
                <a:solidFill>
                  <a:srgbClr val="07A793"/>
                </a:solidFill>
              </a:rPr>
              <a:t>PARTS</a:t>
            </a:r>
            <a:r>
              <a:rPr dirty="0" sz="7000" spc="-120">
                <a:solidFill>
                  <a:srgbClr val="07A793"/>
                </a:solidFill>
              </a:rPr>
              <a:t> </a:t>
            </a:r>
            <a:r>
              <a:rPr dirty="0" sz="7000" spc="-25">
                <a:solidFill>
                  <a:srgbClr val="07A793"/>
                </a:solidFill>
              </a:rPr>
              <a:t>OF</a:t>
            </a:r>
            <a:r>
              <a:rPr dirty="0" sz="7000">
                <a:solidFill>
                  <a:srgbClr val="07A793"/>
                </a:solidFill>
              </a:rPr>
              <a:t>	A</a:t>
            </a:r>
            <a:r>
              <a:rPr dirty="0" sz="7000" spc="-5">
                <a:solidFill>
                  <a:srgbClr val="07A793"/>
                </a:solidFill>
              </a:rPr>
              <a:t> </a:t>
            </a:r>
            <a:r>
              <a:rPr dirty="0" sz="7000" spc="-10">
                <a:solidFill>
                  <a:srgbClr val="07A793"/>
                </a:solidFill>
              </a:rPr>
              <a:t>DRONE</a:t>
            </a:r>
            <a:endParaRPr sz="7000"/>
          </a:p>
        </p:txBody>
      </p:sp>
      <p:sp>
        <p:nvSpPr>
          <p:cNvPr id="6" name="object 6" descr=""/>
          <p:cNvSpPr txBox="1"/>
          <p:nvPr/>
        </p:nvSpPr>
        <p:spPr>
          <a:xfrm>
            <a:off x="2286966" y="2258356"/>
            <a:ext cx="4156710" cy="1367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36190">
              <a:lnSpc>
                <a:spcPts val="3990"/>
              </a:lnSpc>
              <a:spcBef>
                <a:spcPts val="100"/>
              </a:spcBef>
            </a:pPr>
            <a:r>
              <a:rPr dirty="0" sz="3400" spc="-10" b="1">
                <a:solidFill>
                  <a:srgbClr val="2F5B98"/>
                </a:solidFill>
                <a:latin typeface="Arial"/>
                <a:cs typeface="Arial"/>
              </a:rPr>
              <a:t>MOTOR</a:t>
            </a:r>
            <a:endParaRPr sz="3400">
              <a:latin typeface="Arial"/>
              <a:cs typeface="Arial"/>
            </a:endParaRPr>
          </a:p>
          <a:p>
            <a:pPr marL="1040765" marR="5080" indent="-1028700">
              <a:lnSpc>
                <a:spcPts val="3300"/>
              </a:lnSpc>
              <a:spcBef>
                <a:spcPts val="70"/>
              </a:spcBef>
            </a:pP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Powers</a:t>
            </a:r>
            <a:r>
              <a:rPr dirty="0" sz="2800" spc="-6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the</a:t>
            </a:r>
            <a:r>
              <a:rPr dirty="0" sz="2800" spc="-6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propellers</a:t>
            </a:r>
            <a:r>
              <a:rPr dirty="0" sz="2800" spc="-6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and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controls</a:t>
            </a:r>
            <a:r>
              <a:rPr dirty="0" sz="2800" spc="-7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movement.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820724" y="2258356"/>
            <a:ext cx="3425190" cy="1367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990"/>
              </a:lnSpc>
              <a:spcBef>
                <a:spcPts val="100"/>
              </a:spcBef>
            </a:pPr>
            <a:r>
              <a:rPr dirty="0" sz="3400" spc="-10" b="1">
                <a:solidFill>
                  <a:srgbClr val="2F5B98"/>
                </a:solidFill>
                <a:latin typeface="Arial"/>
                <a:cs typeface="Arial"/>
              </a:rPr>
              <a:t>PROPELLER</a:t>
            </a:r>
            <a:endParaRPr sz="3400">
              <a:latin typeface="Arial"/>
              <a:cs typeface="Arial"/>
            </a:endParaRPr>
          </a:p>
          <a:p>
            <a:pPr marL="12700" marR="5080">
              <a:lnSpc>
                <a:spcPts val="3300"/>
              </a:lnSpc>
              <a:spcBef>
                <a:spcPts val="70"/>
              </a:spcBef>
            </a:pP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Spins</a:t>
            </a:r>
            <a:r>
              <a:rPr dirty="0" sz="2800" spc="-1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to</a:t>
            </a:r>
            <a:r>
              <a:rPr dirty="0" sz="2800" spc="-1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lift</a:t>
            </a:r>
            <a:r>
              <a:rPr dirty="0" sz="2800" spc="-1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and</a:t>
            </a:r>
            <a:r>
              <a:rPr dirty="0" sz="2800" spc="-1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20">
                <a:solidFill>
                  <a:srgbClr val="ABBCC8"/>
                </a:solidFill>
                <a:latin typeface="Microsoft Sans Serif"/>
                <a:cs typeface="Microsoft Sans Serif"/>
              </a:rPr>
              <a:t>move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the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 drone.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850536" y="4959196"/>
            <a:ext cx="5574665" cy="3423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01545">
              <a:lnSpc>
                <a:spcPts val="3685"/>
              </a:lnSpc>
              <a:spcBef>
                <a:spcPts val="100"/>
              </a:spcBef>
            </a:pPr>
            <a:r>
              <a:rPr dirty="0" sz="3400" spc="-10" b="1">
                <a:solidFill>
                  <a:srgbClr val="2F5B98"/>
                </a:solidFill>
                <a:latin typeface="Arial"/>
                <a:cs typeface="Arial"/>
              </a:rPr>
              <a:t>RECEPTOR</a:t>
            </a:r>
            <a:endParaRPr sz="3400">
              <a:latin typeface="Arial"/>
              <a:cs typeface="Arial"/>
            </a:endParaRPr>
          </a:p>
          <a:p>
            <a:pPr marL="2201545">
              <a:lnSpc>
                <a:spcPts val="2935"/>
              </a:lnSpc>
            </a:pP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Receives</a:t>
            </a:r>
            <a:r>
              <a:rPr dirty="0" sz="2800" spc="-8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signals</a:t>
            </a:r>
            <a:r>
              <a:rPr dirty="0" sz="2800" spc="-8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and</a:t>
            </a:r>
            <a:endParaRPr sz="2800">
              <a:latin typeface="Microsoft Sans Serif"/>
              <a:cs typeface="Microsoft Sans Serif"/>
            </a:endParaRPr>
          </a:p>
          <a:p>
            <a:pPr marL="2201545" marR="103505">
              <a:lnSpc>
                <a:spcPts val="3300"/>
              </a:lnSpc>
              <a:spcBef>
                <a:spcPts val="130"/>
              </a:spcBef>
            </a:pP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sends</a:t>
            </a:r>
            <a:r>
              <a:rPr dirty="0" sz="2800" spc="-2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them</a:t>
            </a:r>
            <a:r>
              <a:rPr dirty="0" sz="2800" spc="-1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to</a:t>
            </a:r>
            <a:r>
              <a:rPr dirty="0" sz="2800" spc="-1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the</a:t>
            </a:r>
            <a:r>
              <a:rPr dirty="0" sz="2800" spc="-1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AI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for 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decisions.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615"/>
              </a:spcBef>
            </a:pPr>
            <a:r>
              <a:rPr dirty="0" sz="3400" spc="-10" b="1">
                <a:solidFill>
                  <a:srgbClr val="2F5B98"/>
                </a:solidFill>
                <a:latin typeface="Arial"/>
                <a:cs typeface="Arial"/>
              </a:rPr>
              <a:t>CAMERA</a:t>
            </a:r>
            <a:endParaRPr sz="3400">
              <a:latin typeface="Arial"/>
              <a:cs typeface="Arial"/>
            </a:endParaRPr>
          </a:p>
          <a:p>
            <a:pPr marL="12700" marR="1462405">
              <a:lnSpc>
                <a:spcPts val="3300"/>
              </a:lnSpc>
              <a:spcBef>
                <a:spcPts val="204"/>
              </a:spcBef>
            </a:pP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Used</a:t>
            </a:r>
            <a:r>
              <a:rPr dirty="0" sz="2800" spc="-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by the AI to see</a:t>
            </a:r>
            <a:r>
              <a:rPr dirty="0" sz="2800" spc="-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and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make</a:t>
            </a:r>
            <a:r>
              <a:rPr dirty="0" sz="2800" spc="-4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flight</a:t>
            </a:r>
            <a:r>
              <a:rPr dirty="0" sz="2800" spc="-4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decisions.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16324961" y="11"/>
            <a:ext cx="1963420" cy="1884680"/>
          </a:xfrm>
          <a:custGeom>
            <a:avLst/>
            <a:gdLst/>
            <a:ahLst/>
            <a:cxnLst/>
            <a:rect l="l" t="t" r="r" b="b"/>
            <a:pathLst>
              <a:path w="1963419" h="1884680">
                <a:moveTo>
                  <a:pt x="1963026" y="1677809"/>
                </a:moveTo>
                <a:lnTo>
                  <a:pt x="1893176" y="1702104"/>
                </a:lnTo>
                <a:lnTo>
                  <a:pt x="1850174" y="1714881"/>
                </a:lnTo>
                <a:lnTo>
                  <a:pt x="1806841" y="1726209"/>
                </a:lnTo>
                <a:lnTo>
                  <a:pt x="1763229" y="1736102"/>
                </a:lnTo>
                <a:lnTo>
                  <a:pt x="1719364" y="1744560"/>
                </a:lnTo>
                <a:lnTo>
                  <a:pt x="1675282" y="1751571"/>
                </a:lnTo>
                <a:lnTo>
                  <a:pt x="1631022" y="1757146"/>
                </a:lnTo>
                <a:lnTo>
                  <a:pt x="1586636" y="1761274"/>
                </a:lnTo>
                <a:lnTo>
                  <a:pt x="1542161" y="1763953"/>
                </a:lnTo>
                <a:lnTo>
                  <a:pt x="1497622" y="1765185"/>
                </a:lnTo>
                <a:lnTo>
                  <a:pt x="1453057" y="1764982"/>
                </a:lnTo>
                <a:lnTo>
                  <a:pt x="1408518" y="1763318"/>
                </a:lnTo>
                <a:lnTo>
                  <a:pt x="1364030" y="1760207"/>
                </a:lnTo>
                <a:lnTo>
                  <a:pt x="1319631" y="1755648"/>
                </a:lnTo>
                <a:lnTo>
                  <a:pt x="1275372" y="1749640"/>
                </a:lnTo>
                <a:lnTo>
                  <a:pt x="1231290" y="1742186"/>
                </a:lnTo>
                <a:lnTo>
                  <a:pt x="1187411" y="1733270"/>
                </a:lnTo>
                <a:lnTo>
                  <a:pt x="1143774" y="1722907"/>
                </a:lnTo>
                <a:lnTo>
                  <a:pt x="1100429" y="1711083"/>
                </a:lnTo>
                <a:lnTo>
                  <a:pt x="1057414" y="1697799"/>
                </a:lnTo>
                <a:lnTo>
                  <a:pt x="1014755" y="1683067"/>
                </a:lnTo>
                <a:lnTo>
                  <a:pt x="972489" y="1666875"/>
                </a:lnTo>
                <a:lnTo>
                  <a:pt x="930668" y="1649222"/>
                </a:lnTo>
                <a:lnTo>
                  <a:pt x="889330" y="1630108"/>
                </a:lnTo>
                <a:lnTo>
                  <a:pt x="848499" y="1609534"/>
                </a:lnTo>
                <a:lnTo>
                  <a:pt x="808228" y="1587487"/>
                </a:lnTo>
                <a:lnTo>
                  <a:pt x="768540" y="1563992"/>
                </a:lnTo>
                <a:lnTo>
                  <a:pt x="729488" y="1539024"/>
                </a:lnTo>
                <a:lnTo>
                  <a:pt x="691108" y="1512582"/>
                </a:lnTo>
                <a:lnTo>
                  <a:pt x="653427" y="1484693"/>
                </a:lnTo>
                <a:lnTo>
                  <a:pt x="616496" y="1455318"/>
                </a:lnTo>
                <a:lnTo>
                  <a:pt x="580339" y="1424482"/>
                </a:lnTo>
                <a:lnTo>
                  <a:pt x="545071" y="1392110"/>
                </a:lnTo>
                <a:lnTo>
                  <a:pt x="510794" y="1358519"/>
                </a:lnTo>
                <a:lnTo>
                  <a:pt x="477926" y="1324000"/>
                </a:lnTo>
                <a:lnTo>
                  <a:pt x="446760" y="1288923"/>
                </a:lnTo>
                <a:lnTo>
                  <a:pt x="416826" y="1252829"/>
                </a:lnTo>
                <a:lnTo>
                  <a:pt x="388327" y="1215961"/>
                </a:lnTo>
                <a:lnTo>
                  <a:pt x="361264" y="1178331"/>
                </a:lnTo>
                <a:lnTo>
                  <a:pt x="335622" y="1140002"/>
                </a:lnTo>
                <a:lnTo>
                  <a:pt x="311404" y="1100988"/>
                </a:lnTo>
                <a:lnTo>
                  <a:pt x="288620" y="1061351"/>
                </a:lnTo>
                <a:lnTo>
                  <a:pt x="267271" y="1021118"/>
                </a:lnTo>
                <a:lnTo>
                  <a:pt x="247345" y="980338"/>
                </a:lnTo>
                <a:lnTo>
                  <a:pt x="228854" y="939025"/>
                </a:lnTo>
                <a:lnTo>
                  <a:pt x="211797" y="897242"/>
                </a:lnTo>
                <a:lnTo>
                  <a:pt x="196189" y="855014"/>
                </a:lnTo>
                <a:lnTo>
                  <a:pt x="182003" y="812380"/>
                </a:lnTo>
                <a:lnTo>
                  <a:pt x="169252" y="769378"/>
                </a:lnTo>
                <a:lnTo>
                  <a:pt x="157949" y="726059"/>
                </a:lnTo>
                <a:lnTo>
                  <a:pt x="148082" y="682447"/>
                </a:lnTo>
                <a:lnTo>
                  <a:pt x="139661" y="638581"/>
                </a:lnTo>
                <a:lnTo>
                  <a:pt x="132676" y="594512"/>
                </a:lnTo>
                <a:lnTo>
                  <a:pt x="127127" y="550252"/>
                </a:lnTo>
                <a:lnTo>
                  <a:pt x="123037" y="505866"/>
                </a:lnTo>
                <a:lnTo>
                  <a:pt x="120383" y="461391"/>
                </a:lnTo>
                <a:lnTo>
                  <a:pt x="119164" y="416852"/>
                </a:lnTo>
                <a:lnTo>
                  <a:pt x="119405" y="372287"/>
                </a:lnTo>
                <a:lnTo>
                  <a:pt x="121094" y="327736"/>
                </a:lnTo>
                <a:lnTo>
                  <a:pt x="124231" y="283248"/>
                </a:lnTo>
                <a:lnTo>
                  <a:pt x="128816" y="238848"/>
                </a:lnTo>
                <a:lnTo>
                  <a:pt x="134848" y="194589"/>
                </a:lnTo>
                <a:lnTo>
                  <a:pt x="142341" y="150495"/>
                </a:lnTo>
                <a:lnTo>
                  <a:pt x="151282" y="106603"/>
                </a:lnTo>
                <a:lnTo>
                  <a:pt x="161671" y="62966"/>
                </a:lnTo>
                <a:lnTo>
                  <a:pt x="173520" y="19608"/>
                </a:lnTo>
                <a:lnTo>
                  <a:pt x="179590" y="0"/>
                </a:lnTo>
                <a:lnTo>
                  <a:pt x="55359" y="0"/>
                </a:lnTo>
                <a:lnTo>
                  <a:pt x="38493" y="65100"/>
                </a:lnTo>
                <a:lnTo>
                  <a:pt x="28981" y="108991"/>
                </a:lnTo>
                <a:lnTo>
                  <a:pt x="20828" y="153085"/>
                </a:lnTo>
                <a:lnTo>
                  <a:pt x="14008" y="197358"/>
                </a:lnTo>
                <a:lnTo>
                  <a:pt x="8534" y="241769"/>
                </a:lnTo>
                <a:lnTo>
                  <a:pt x="4394" y="286296"/>
                </a:lnTo>
                <a:lnTo>
                  <a:pt x="1587" y="330885"/>
                </a:lnTo>
                <a:lnTo>
                  <a:pt x="127" y="375526"/>
                </a:lnTo>
                <a:lnTo>
                  <a:pt x="0" y="420179"/>
                </a:lnTo>
                <a:lnTo>
                  <a:pt x="1219" y="464820"/>
                </a:lnTo>
                <a:lnTo>
                  <a:pt x="3759" y="509397"/>
                </a:lnTo>
                <a:lnTo>
                  <a:pt x="7645" y="553897"/>
                </a:lnTo>
                <a:lnTo>
                  <a:pt x="12852" y="598271"/>
                </a:lnTo>
                <a:lnTo>
                  <a:pt x="19405" y="642493"/>
                </a:lnTo>
                <a:lnTo>
                  <a:pt x="27279" y="686536"/>
                </a:lnTo>
                <a:lnTo>
                  <a:pt x="36487" y="730364"/>
                </a:lnTo>
                <a:lnTo>
                  <a:pt x="47028" y="773938"/>
                </a:lnTo>
                <a:lnTo>
                  <a:pt x="58889" y="817232"/>
                </a:lnTo>
                <a:lnTo>
                  <a:pt x="72085" y="860221"/>
                </a:lnTo>
                <a:lnTo>
                  <a:pt x="86601" y="902855"/>
                </a:lnTo>
                <a:lnTo>
                  <a:pt x="102450" y="945108"/>
                </a:lnTo>
                <a:lnTo>
                  <a:pt x="119621" y="986955"/>
                </a:lnTo>
                <a:lnTo>
                  <a:pt x="138125" y="1028357"/>
                </a:lnTo>
                <a:lnTo>
                  <a:pt x="157949" y="1069289"/>
                </a:lnTo>
                <a:lnTo>
                  <a:pt x="179095" y="1109700"/>
                </a:lnTo>
                <a:lnTo>
                  <a:pt x="201561" y="1149578"/>
                </a:lnTo>
                <a:lnTo>
                  <a:pt x="225348" y="1188872"/>
                </a:lnTo>
                <a:lnTo>
                  <a:pt x="250444" y="1227569"/>
                </a:lnTo>
                <a:lnTo>
                  <a:pt x="276872" y="1265631"/>
                </a:lnTo>
                <a:lnTo>
                  <a:pt x="304622" y="1303007"/>
                </a:lnTo>
                <a:lnTo>
                  <a:pt x="333679" y="1339697"/>
                </a:lnTo>
                <a:lnTo>
                  <a:pt x="334124" y="1340218"/>
                </a:lnTo>
                <a:lnTo>
                  <a:pt x="364058" y="1375638"/>
                </a:lnTo>
                <a:lnTo>
                  <a:pt x="364363" y="1375968"/>
                </a:lnTo>
                <a:lnTo>
                  <a:pt x="395935" y="1410995"/>
                </a:lnTo>
                <a:lnTo>
                  <a:pt x="428764" y="1445183"/>
                </a:lnTo>
                <a:lnTo>
                  <a:pt x="463080" y="1478724"/>
                </a:lnTo>
                <a:lnTo>
                  <a:pt x="498373" y="1511071"/>
                </a:lnTo>
                <a:lnTo>
                  <a:pt x="534593" y="1542224"/>
                </a:lnTo>
                <a:lnTo>
                  <a:pt x="571449" y="1571942"/>
                </a:lnTo>
                <a:lnTo>
                  <a:pt x="609003" y="1600301"/>
                </a:lnTo>
                <a:lnTo>
                  <a:pt x="647230" y="1627314"/>
                </a:lnTo>
                <a:lnTo>
                  <a:pt x="686079" y="1652968"/>
                </a:lnTo>
                <a:lnTo>
                  <a:pt x="725525" y="1677263"/>
                </a:lnTo>
                <a:lnTo>
                  <a:pt x="765543" y="1700212"/>
                </a:lnTo>
                <a:lnTo>
                  <a:pt x="806081" y="1721802"/>
                </a:lnTo>
                <a:lnTo>
                  <a:pt x="847140" y="1742046"/>
                </a:lnTo>
                <a:lnTo>
                  <a:pt x="888657" y="1760943"/>
                </a:lnTo>
                <a:lnTo>
                  <a:pt x="930605" y="1778482"/>
                </a:lnTo>
                <a:lnTo>
                  <a:pt x="972959" y="1794687"/>
                </a:lnTo>
                <a:lnTo>
                  <a:pt x="1015682" y="1809534"/>
                </a:lnTo>
                <a:lnTo>
                  <a:pt x="1058748" y="1823034"/>
                </a:lnTo>
                <a:lnTo>
                  <a:pt x="1102118" y="1835200"/>
                </a:lnTo>
                <a:lnTo>
                  <a:pt x="1145768" y="1846008"/>
                </a:lnTo>
                <a:lnTo>
                  <a:pt x="1189647" y="1855482"/>
                </a:lnTo>
                <a:lnTo>
                  <a:pt x="1233741" y="1863610"/>
                </a:lnTo>
                <a:lnTo>
                  <a:pt x="1278001" y="1870405"/>
                </a:lnTo>
                <a:lnTo>
                  <a:pt x="1322412" y="1875853"/>
                </a:lnTo>
                <a:lnTo>
                  <a:pt x="1366939" y="1879955"/>
                </a:lnTo>
                <a:lnTo>
                  <a:pt x="1411528" y="1882724"/>
                </a:lnTo>
                <a:lnTo>
                  <a:pt x="1456169" y="1884159"/>
                </a:lnTo>
                <a:lnTo>
                  <a:pt x="1500822" y="1884260"/>
                </a:lnTo>
                <a:lnTo>
                  <a:pt x="1545463" y="1883016"/>
                </a:lnTo>
                <a:lnTo>
                  <a:pt x="1590040" y="1880438"/>
                </a:lnTo>
                <a:lnTo>
                  <a:pt x="1634540" y="1876526"/>
                </a:lnTo>
                <a:lnTo>
                  <a:pt x="1678914" y="1871281"/>
                </a:lnTo>
                <a:lnTo>
                  <a:pt x="1723148" y="1864702"/>
                </a:lnTo>
                <a:lnTo>
                  <a:pt x="1767192" y="1856803"/>
                </a:lnTo>
                <a:lnTo>
                  <a:pt x="1811032" y="1847557"/>
                </a:lnTo>
                <a:lnTo>
                  <a:pt x="1854619" y="1836991"/>
                </a:lnTo>
                <a:lnTo>
                  <a:pt x="1897913" y="1825091"/>
                </a:lnTo>
                <a:lnTo>
                  <a:pt x="1940902" y="1811870"/>
                </a:lnTo>
                <a:lnTo>
                  <a:pt x="1963026" y="1804327"/>
                </a:lnTo>
                <a:lnTo>
                  <a:pt x="1963026" y="1677809"/>
                </a:lnTo>
                <a:close/>
              </a:path>
              <a:path w="1963419" h="1884680">
                <a:moveTo>
                  <a:pt x="1963026" y="774877"/>
                </a:moveTo>
                <a:lnTo>
                  <a:pt x="1565897" y="398970"/>
                </a:lnTo>
                <a:lnTo>
                  <a:pt x="1943557" y="0"/>
                </a:lnTo>
                <a:lnTo>
                  <a:pt x="1782203" y="0"/>
                </a:lnTo>
                <a:lnTo>
                  <a:pt x="1480807" y="318414"/>
                </a:lnTo>
                <a:lnTo>
                  <a:pt x="1144422" y="0"/>
                </a:lnTo>
                <a:lnTo>
                  <a:pt x="973836" y="0"/>
                </a:lnTo>
                <a:lnTo>
                  <a:pt x="1400187" y="403580"/>
                </a:lnTo>
                <a:lnTo>
                  <a:pt x="931113" y="899134"/>
                </a:lnTo>
                <a:lnTo>
                  <a:pt x="1016203" y="979678"/>
                </a:lnTo>
                <a:lnTo>
                  <a:pt x="1485290" y="484124"/>
                </a:lnTo>
                <a:lnTo>
                  <a:pt x="1963026" y="936345"/>
                </a:lnTo>
                <a:lnTo>
                  <a:pt x="1963026" y="774877"/>
                </a:lnTo>
                <a:close/>
              </a:path>
            </a:pathLst>
          </a:custGeom>
          <a:solidFill>
            <a:srgbClr val="D5DEEB">
              <a:alpha val="60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5549283" y="147382"/>
            <a:ext cx="363855" cy="474980"/>
          </a:xfrm>
          <a:custGeom>
            <a:avLst/>
            <a:gdLst/>
            <a:ahLst/>
            <a:cxnLst/>
            <a:rect l="l" t="t" r="r" b="b"/>
            <a:pathLst>
              <a:path w="363855" h="474980">
                <a:moveTo>
                  <a:pt x="363641" y="474766"/>
                </a:moveTo>
                <a:lnTo>
                  <a:pt x="0" y="244277"/>
                </a:lnTo>
                <a:lnTo>
                  <a:pt x="344733" y="0"/>
                </a:lnTo>
                <a:lnTo>
                  <a:pt x="363641" y="474766"/>
                </a:lnTo>
                <a:close/>
              </a:path>
            </a:pathLst>
          </a:custGeom>
          <a:solidFill>
            <a:srgbClr val="D5DEEB">
              <a:alpha val="60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7679061" y="2310888"/>
            <a:ext cx="476884" cy="358140"/>
          </a:xfrm>
          <a:custGeom>
            <a:avLst/>
            <a:gdLst/>
            <a:ahLst/>
            <a:cxnLst/>
            <a:rect l="l" t="t" r="r" b="b"/>
            <a:pathLst>
              <a:path w="476884" h="358139">
                <a:moveTo>
                  <a:pt x="251724" y="357612"/>
                </a:moveTo>
                <a:lnTo>
                  <a:pt x="0" y="8889"/>
                </a:lnTo>
                <a:lnTo>
                  <a:pt x="476726" y="0"/>
                </a:lnTo>
                <a:lnTo>
                  <a:pt x="251724" y="357612"/>
                </a:lnTo>
                <a:close/>
              </a:path>
            </a:pathLst>
          </a:custGeom>
          <a:solidFill>
            <a:srgbClr val="D5DEEB">
              <a:alpha val="60998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 descr=""/>
          <p:cNvGrpSpPr/>
          <p:nvPr/>
        </p:nvGrpSpPr>
        <p:grpSpPr>
          <a:xfrm>
            <a:off x="6428911" y="2557163"/>
            <a:ext cx="6623684" cy="5523230"/>
            <a:chOff x="6428911" y="2557163"/>
            <a:chExt cx="6623684" cy="5523230"/>
          </a:xfrm>
        </p:grpSpPr>
        <p:sp>
          <p:nvSpPr>
            <p:cNvPr id="13" name="object 13" descr=""/>
            <p:cNvSpPr/>
            <p:nvPr/>
          </p:nvSpPr>
          <p:spPr>
            <a:xfrm>
              <a:off x="6433674" y="2563513"/>
              <a:ext cx="2083435" cy="2305050"/>
            </a:xfrm>
            <a:custGeom>
              <a:avLst/>
              <a:gdLst/>
              <a:ahLst/>
              <a:cxnLst/>
              <a:rect l="l" t="t" r="r" b="b"/>
              <a:pathLst>
                <a:path w="2083434" h="2305050">
                  <a:moveTo>
                    <a:pt x="0" y="0"/>
                  </a:moveTo>
                  <a:lnTo>
                    <a:pt x="2083406" y="2304790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513965" y="4866545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10582" y="31324"/>
                  </a:moveTo>
                  <a:lnTo>
                    <a:pt x="0" y="19617"/>
                  </a:lnTo>
                  <a:lnTo>
                    <a:pt x="455" y="10582"/>
                  </a:lnTo>
                  <a:lnTo>
                    <a:pt x="12163" y="0"/>
                  </a:lnTo>
                  <a:lnTo>
                    <a:pt x="21197" y="455"/>
                  </a:lnTo>
                  <a:lnTo>
                    <a:pt x="31780" y="12163"/>
                  </a:lnTo>
                  <a:lnTo>
                    <a:pt x="31324" y="21197"/>
                  </a:lnTo>
                  <a:lnTo>
                    <a:pt x="25471" y="26489"/>
                  </a:lnTo>
                  <a:lnTo>
                    <a:pt x="19617" y="31780"/>
                  </a:lnTo>
                  <a:lnTo>
                    <a:pt x="10582" y="313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513965" y="4866545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25471" y="26489"/>
                  </a:moveTo>
                  <a:lnTo>
                    <a:pt x="19617" y="31780"/>
                  </a:lnTo>
                  <a:lnTo>
                    <a:pt x="10582" y="31324"/>
                  </a:lnTo>
                  <a:lnTo>
                    <a:pt x="5291" y="25471"/>
                  </a:lnTo>
                  <a:lnTo>
                    <a:pt x="0" y="19617"/>
                  </a:lnTo>
                  <a:lnTo>
                    <a:pt x="455" y="10582"/>
                  </a:lnTo>
                  <a:lnTo>
                    <a:pt x="6309" y="5291"/>
                  </a:lnTo>
                  <a:lnTo>
                    <a:pt x="12163" y="0"/>
                  </a:lnTo>
                  <a:lnTo>
                    <a:pt x="21197" y="455"/>
                  </a:lnTo>
                  <a:lnTo>
                    <a:pt x="26489" y="6309"/>
                  </a:lnTo>
                  <a:lnTo>
                    <a:pt x="31780" y="12163"/>
                  </a:lnTo>
                  <a:lnTo>
                    <a:pt x="31324" y="21197"/>
                  </a:lnTo>
                  <a:lnTo>
                    <a:pt x="25471" y="26489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870526" y="2561926"/>
              <a:ext cx="1958975" cy="887094"/>
            </a:xfrm>
            <a:custGeom>
              <a:avLst/>
              <a:gdLst/>
              <a:ahLst/>
              <a:cxnLst/>
              <a:rect l="l" t="t" r="r" b="b"/>
              <a:pathLst>
                <a:path w="1958975" h="887095">
                  <a:moveTo>
                    <a:pt x="1958502" y="0"/>
                  </a:moveTo>
                  <a:lnTo>
                    <a:pt x="0" y="886708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836902" y="3440222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3188" y="6509"/>
                  </a:moveTo>
                  <a:lnTo>
                    <a:pt x="17565" y="0"/>
                  </a:lnTo>
                  <a:lnTo>
                    <a:pt x="26031" y="3189"/>
                  </a:lnTo>
                  <a:lnTo>
                    <a:pt x="32540" y="17565"/>
                  </a:lnTo>
                  <a:lnTo>
                    <a:pt x="29351" y="26031"/>
                  </a:lnTo>
                  <a:lnTo>
                    <a:pt x="14974" y="32540"/>
                  </a:lnTo>
                  <a:lnTo>
                    <a:pt x="6509" y="29351"/>
                  </a:lnTo>
                  <a:lnTo>
                    <a:pt x="3254" y="22162"/>
                  </a:lnTo>
                  <a:lnTo>
                    <a:pt x="0" y="14974"/>
                  </a:lnTo>
                  <a:lnTo>
                    <a:pt x="3188" y="65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9836902" y="3440222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3254" y="22162"/>
                  </a:moveTo>
                  <a:lnTo>
                    <a:pt x="0" y="14974"/>
                  </a:lnTo>
                  <a:lnTo>
                    <a:pt x="3188" y="6509"/>
                  </a:lnTo>
                  <a:lnTo>
                    <a:pt x="10377" y="3254"/>
                  </a:lnTo>
                  <a:lnTo>
                    <a:pt x="17565" y="0"/>
                  </a:lnTo>
                  <a:lnTo>
                    <a:pt x="26031" y="3189"/>
                  </a:lnTo>
                  <a:lnTo>
                    <a:pt x="29285" y="10377"/>
                  </a:lnTo>
                  <a:lnTo>
                    <a:pt x="32540" y="17565"/>
                  </a:lnTo>
                  <a:lnTo>
                    <a:pt x="29351" y="26031"/>
                  </a:lnTo>
                  <a:lnTo>
                    <a:pt x="22162" y="29285"/>
                  </a:lnTo>
                  <a:lnTo>
                    <a:pt x="14974" y="32540"/>
                  </a:lnTo>
                  <a:lnTo>
                    <a:pt x="6509" y="29351"/>
                  </a:lnTo>
                  <a:lnTo>
                    <a:pt x="3254" y="22162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9874988" y="5261358"/>
              <a:ext cx="3173095" cy="376555"/>
            </a:xfrm>
            <a:custGeom>
              <a:avLst/>
              <a:gdLst/>
              <a:ahLst/>
              <a:cxnLst/>
              <a:rect l="l" t="t" r="r" b="b"/>
              <a:pathLst>
                <a:path w="3173094" h="376554">
                  <a:moveTo>
                    <a:pt x="3172771" y="0"/>
                  </a:moveTo>
                  <a:lnTo>
                    <a:pt x="0" y="376471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9840953" y="56249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5598" y="1859"/>
                  </a:moveTo>
                  <a:lnTo>
                    <a:pt x="21270" y="0"/>
                  </a:lnTo>
                  <a:lnTo>
                    <a:pt x="28375" y="5598"/>
                  </a:lnTo>
                  <a:lnTo>
                    <a:pt x="30235" y="21270"/>
                  </a:lnTo>
                  <a:lnTo>
                    <a:pt x="24637" y="28375"/>
                  </a:lnTo>
                  <a:lnTo>
                    <a:pt x="8965" y="30235"/>
                  </a:lnTo>
                  <a:lnTo>
                    <a:pt x="1859" y="24637"/>
                  </a:lnTo>
                  <a:lnTo>
                    <a:pt x="929" y="16801"/>
                  </a:lnTo>
                  <a:lnTo>
                    <a:pt x="0" y="8965"/>
                  </a:lnTo>
                  <a:lnTo>
                    <a:pt x="5598" y="18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9840953" y="56249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929" y="16801"/>
                  </a:moveTo>
                  <a:lnTo>
                    <a:pt x="0" y="8965"/>
                  </a:lnTo>
                  <a:lnTo>
                    <a:pt x="5598" y="1859"/>
                  </a:lnTo>
                  <a:lnTo>
                    <a:pt x="13434" y="929"/>
                  </a:lnTo>
                  <a:lnTo>
                    <a:pt x="21270" y="0"/>
                  </a:lnTo>
                  <a:lnTo>
                    <a:pt x="28375" y="5598"/>
                  </a:lnTo>
                  <a:lnTo>
                    <a:pt x="29305" y="13434"/>
                  </a:lnTo>
                  <a:lnTo>
                    <a:pt x="30235" y="21270"/>
                  </a:lnTo>
                  <a:lnTo>
                    <a:pt x="24637" y="28375"/>
                  </a:lnTo>
                  <a:lnTo>
                    <a:pt x="16801" y="29305"/>
                  </a:lnTo>
                  <a:lnTo>
                    <a:pt x="8965" y="30235"/>
                  </a:lnTo>
                  <a:lnTo>
                    <a:pt x="1859" y="24637"/>
                  </a:lnTo>
                  <a:lnTo>
                    <a:pt x="929" y="16801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435161" y="5941534"/>
              <a:ext cx="1684655" cy="340995"/>
            </a:xfrm>
            <a:custGeom>
              <a:avLst/>
              <a:gdLst/>
              <a:ahLst/>
              <a:cxnLst/>
              <a:rect l="l" t="t" r="r" b="b"/>
              <a:pathLst>
                <a:path w="1684654" h="340995">
                  <a:moveTo>
                    <a:pt x="0" y="340482"/>
                  </a:moveTo>
                  <a:lnTo>
                    <a:pt x="1684413" y="0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8122679" y="5922192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26132" y="28008"/>
                  </a:moveTo>
                  <a:lnTo>
                    <a:pt x="10664" y="31135"/>
                  </a:lnTo>
                  <a:lnTo>
                    <a:pt x="3126" y="26132"/>
                  </a:lnTo>
                  <a:lnTo>
                    <a:pt x="0" y="10664"/>
                  </a:lnTo>
                  <a:lnTo>
                    <a:pt x="5002" y="3126"/>
                  </a:lnTo>
                  <a:lnTo>
                    <a:pt x="20471" y="0"/>
                  </a:lnTo>
                  <a:lnTo>
                    <a:pt x="28008" y="5002"/>
                  </a:lnTo>
                  <a:lnTo>
                    <a:pt x="29571" y="12736"/>
                  </a:lnTo>
                  <a:lnTo>
                    <a:pt x="31135" y="20471"/>
                  </a:lnTo>
                  <a:lnTo>
                    <a:pt x="26132" y="280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122679" y="5922192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29571" y="12736"/>
                  </a:moveTo>
                  <a:lnTo>
                    <a:pt x="31135" y="20471"/>
                  </a:lnTo>
                  <a:lnTo>
                    <a:pt x="26132" y="28008"/>
                  </a:lnTo>
                  <a:lnTo>
                    <a:pt x="18398" y="29571"/>
                  </a:lnTo>
                  <a:lnTo>
                    <a:pt x="10664" y="31135"/>
                  </a:lnTo>
                  <a:lnTo>
                    <a:pt x="3126" y="26132"/>
                  </a:lnTo>
                  <a:lnTo>
                    <a:pt x="1563" y="18398"/>
                  </a:lnTo>
                  <a:lnTo>
                    <a:pt x="0" y="10664"/>
                  </a:lnTo>
                  <a:lnTo>
                    <a:pt x="5002" y="3126"/>
                  </a:lnTo>
                  <a:lnTo>
                    <a:pt x="12736" y="1563"/>
                  </a:lnTo>
                  <a:lnTo>
                    <a:pt x="20471" y="0"/>
                  </a:lnTo>
                  <a:lnTo>
                    <a:pt x="28008" y="5002"/>
                  </a:lnTo>
                  <a:lnTo>
                    <a:pt x="29571" y="12736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0046662" y="6433998"/>
              <a:ext cx="1682114" cy="606425"/>
            </a:xfrm>
            <a:custGeom>
              <a:avLst/>
              <a:gdLst/>
              <a:ahLst/>
              <a:cxnLst/>
              <a:rect l="l" t="t" r="r" b="b"/>
              <a:pathLst>
                <a:path w="1682115" h="606425">
                  <a:moveTo>
                    <a:pt x="1681559" y="606102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0012624" y="6411422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13538" y="0"/>
                  </a:moveTo>
                  <a:lnTo>
                    <a:pt x="28384" y="5351"/>
                  </a:lnTo>
                  <a:lnTo>
                    <a:pt x="32233" y="13538"/>
                  </a:lnTo>
                  <a:lnTo>
                    <a:pt x="26882" y="28384"/>
                  </a:lnTo>
                  <a:lnTo>
                    <a:pt x="18695" y="32233"/>
                  </a:lnTo>
                  <a:lnTo>
                    <a:pt x="3848" y="26882"/>
                  </a:lnTo>
                  <a:lnTo>
                    <a:pt x="0" y="18695"/>
                  </a:lnTo>
                  <a:lnTo>
                    <a:pt x="2675" y="11272"/>
                  </a:lnTo>
                  <a:lnTo>
                    <a:pt x="5351" y="3848"/>
                  </a:lnTo>
                  <a:lnTo>
                    <a:pt x="135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0012624" y="6411422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2675" y="11272"/>
                  </a:moveTo>
                  <a:lnTo>
                    <a:pt x="5351" y="3848"/>
                  </a:lnTo>
                  <a:lnTo>
                    <a:pt x="13538" y="0"/>
                  </a:lnTo>
                  <a:lnTo>
                    <a:pt x="20961" y="2675"/>
                  </a:lnTo>
                  <a:lnTo>
                    <a:pt x="28384" y="5351"/>
                  </a:lnTo>
                  <a:lnTo>
                    <a:pt x="32233" y="13538"/>
                  </a:lnTo>
                  <a:lnTo>
                    <a:pt x="29557" y="20961"/>
                  </a:lnTo>
                  <a:lnTo>
                    <a:pt x="26882" y="28384"/>
                  </a:lnTo>
                  <a:lnTo>
                    <a:pt x="18695" y="32233"/>
                  </a:lnTo>
                  <a:lnTo>
                    <a:pt x="11271" y="29557"/>
                  </a:lnTo>
                  <a:lnTo>
                    <a:pt x="3848" y="26882"/>
                  </a:lnTo>
                  <a:lnTo>
                    <a:pt x="0" y="18695"/>
                  </a:lnTo>
                  <a:lnTo>
                    <a:pt x="2675" y="11272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8516854" y="6794654"/>
              <a:ext cx="618490" cy="1280795"/>
            </a:xfrm>
            <a:custGeom>
              <a:avLst/>
              <a:gdLst/>
              <a:ahLst/>
              <a:cxnLst/>
              <a:rect l="l" t="t" r="r" b="b"/>
              <a:pathLst>
                <a:path w="618490" h="1280795">
                  <a:moveTo>
                    <a:pt x="0" y="1280481"/>
                  </a:moveTo>
                  <a:lnTo>
                    <a:pt x="617992" y="0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9126830" y="6761200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32594" y="15400"/>
                  </a:moveTo>
                  <a:lnTo>
                    <a:pt x="25734" y="29613"/>
                  </a:lnTo>
                  <a:lnTo>
                    <a:pt x="17193" y="32594"/>
                  </a:lnTo>
                  <a:lnTo>
                    <a:pt x="2980" y="25734"/>
                  </a:lnTo>
                  <a:lnTo>
                    <a:pt x="0" y="17193"/>
                  </a:lnTo>
                  <a:lnTo>
                    <a:pt x="6859" y="2980"/>
                  </a:lnTo>
                  <a:lnTo>
                    <a:pt x="15400" y="0"/>
                  </a:lnTo>
                  <a:lnTo>
                    <a:pt x="22507" y="3429"/>
                  </a:lnTo>
                  <a:lnTo>
                    <a:pt x="29613" y="6859"/>
                  </a:lnTo>
                  <a:lnTo>
                    <a:pt x="32594" y="15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9126830" y="6761200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22507" y="3429"/>
                  </a:moveTo>
                  <a:lnTo>
                    <a:pt x="29613" y="6859"/>
                  </a:lnTo>
                  <a:lnTo>
                    <a:pt x="32594" y="15400"/>
                  </a:lnTo>
                  <a:lnTo>
                    <a:pt x="29164" y="22507"/>
                  </a:lnTo>
                  <a:lnTo>
                    <a:pt x="25734" y="29613"/>
                  </a:lnTo>
                  <a:lnTo>
                    <a:pt x="17193" y="32594"/>
                  </a:lnTo>
                  <a:lnTo>
                    <a:pt x="10086" y="29164"/>
                  </a:lnTo>
                  <a:lnTo>
                    <a:pt x="2980" y="25734"/>
                  </a:lnTo>
                  <a:lnTo>
                    <a:pt x="0" y="17193"/>
                  </a:lnTo>
                  <a:lnTo>
                    <a:pt x="3429" y="10086"/>
                  </a:lnTo>
                  <a:lnTo>
                    <a:pt x="6859" y="2980"/>
                  </a:lnTo>
                  <a:lnTo>
                    <a:pt x="15400" y="0"/>
                  </a:lnTo>
                  <a:lnTo>
                    <a:pt x="22507" y="3429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2425062" y="5981379"/>
            <a:ext cx="7796530" cy="3449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70560">
              <a:lnSpc>
                <a:spcPts val="3750"/>
              </a:lnSpc>
              <a:spcBef>
                <a:spcPts val="100"/>
              </a:spcBef>
            </a:pPr>
            <a:r>
              <a:rPr dirty="0" sz="3400" b="1">
                <a:solidFill>
                  <a:srgbClr val="2F5B98"/>
                </a:solidFill>
                <a:latin typeface="Arial"/>
                <a:cs typeface="Arial"/>
              </a:rPr>
              <a:t>LANDING</a:t>
            </a:r>
            <a:r>
              <a:rPr dirty="0" sz="3400" spc="-70" b="1">
                <a:solidFill>
                  <a:srgbClr val="2F5B98"/>
                </a:solidFill>
                <a:latin typeface="Arial"/>
                <a:cs typeface="Arial"/>
              </a:rPr>
              <a:t> </a:t>
            </a:r>
            <a:r>
              <a:rPr dirty="0" sz="3400" spc="-20" b="1">
                <a:solidFill>
                  <a:srgbClr val="2F5B98"/>
                </a:solidFill>
                <a:latin typeface="Arial"/>
                <a:cs typeface="Arial"/>
              </a:rPr>
              <a:t>GEAR</a:t>
            </a:r>
            <a:endParaRPr sz="3400">
              <a:latin typeface="Arial"/>
              <a:cs typeface="Arial"/>
            </a:endParaRPr>
          </a:p>
          <a:p>
            <a:pPr algn="r" marR="3783329">
              <a:lnSpc>
                <a:spcPts val="3000"/>
              </a:lnSpc>
            </a:pP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Protects</a:t>
            </a:r>
            <a:r>
              <a:rPr dirty="0" sz="2800" spc="-3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the</a:t>
            </a:r>
            <a:r>
              <a:rPr dirty="0" sz="2800" spc="-3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drone</a:t>
            </a:r>
            <a:r>
              <a:rPr dirty="0" sz="2800" spc="-3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during</a:t>
            </a:r>
            <a:endParaRPr sz="2800">
              <a:latin typeface="Microsoft Sans Serif"/>
              <a:cs typeface="Microsoft Sans Serif"/>
            </a:endParaRPr>
          </a:p>
          <a:p>
            <a:pPr algn="r" marR="3783329">
              <a:lnSpc>
                <a:spcPts val="3329"/>
              </a:lnSpc>
            </a:pP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takeoff</a:t>
            </a:r>
            <a:r>
              <a:rPr dirty="0" sz="2800" spc="-3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and</a:t>
            </a:r>
            <a:r>
              <a:rPr dirty="0" sz="2800" spc="-3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landing.</a:t>
            </a:r>
            <a:endParaRPr sz="2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920"/>
              </a:spcBef>
            </a:pPr>
            <a:endParaRPr sz="2800">
              <a:latin typeface="Microsoft Sans Serif"/>
              <a:cs typeface="Microsoft Sans Serif"/>
            </a:endParaRPr>
          </a:p>
          <a:p>
            <a:pPr marL="3336290">
              <a:lnSpc>
                <a:spcPct val="100000"/>
              </a:lnSpc>
            </a:pPr>
            <a:r>
              <a:rPr dirty="0" sz="3400" b="1">
                <a:solidFill>
                  <a:srgbClr val="2F5B98"/>
                </a:solidFill>
                <a:latin typeface="Arial"/>
                <a:cs typeface="Arial"/>
              </a:rPr>
              <a:t>DELIVERY</a:t>
            </a:r>
            <a:r>
              <a:rPr dirty="0" sz="3400" spc="-45" b="1">
                <a:solidFill>
                  <a:srgbClr val="2F5B98"/>
                </a:solidFill>
                <a:latin typeface="Arial"/>
                <a:cs typeface="Arial"/>
              </a:rPr>
              <a:t> </a:t>
            </a:r>
            <a:r>
              <a:rPr dirty="0" sz="3400" spc="-10" b="1">
                <a:solidFill>
                  <a:srgbClr val="2F5B98"/>
                </a:solidFill>
                <a:latin typeface="Arial"/>
                <a:cs typeface="Arial"/>
              </a:rPr>
              <a:t>PACKAGE</a:t>
            </a:r>
            <a:endParaRPr sz="3400">
              <a:latin typeface="Arial"/>
              <a:cs typeface="Arial"/>
            </a:endParaRPr>
          </a:p>
          <a:p>
            <a:pPr marL="3336290" marR="5080">
              <a:lnSpc>
                <a:spcPts val="3300"/>
              </a:lnSpc>
              <a:spcBef>
                <a:spcPts val="204"/>
              </a:spcBef>
            </a:pP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The</a:t>
            </a:r>
            <a:r>
              <a:rPr dirty="0" sz="2800" spc="-3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Package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that</a:t>
            </a:r>
            <a:r>
              <a:rPr dirty="0" sz="2800" spc="-3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the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Drone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Delivers</a:t>
            </a:r>
            <a:r>
              <a:rPr dirty="0" sz="2800" spc="-3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to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the</a:t>
            </a:r>
            <a:r>
              <a:rPr dirty="0" sz="2800" spc="-3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Client.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066610"/>
            <a:ext cx="1306800" cy="122038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32802" y="2677279"/>
            <a:ext cx="16255197" cy="43139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39730" y="1634797"/>
            <a:ext cx="125827" cy="12582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39730" y="2122380"/>
            <a:ext cx="125827" cy="12582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25994" y="1395842"/>
            <a:ext cx="11360785" cy="10020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ABBCC8"/>
                </a:solidFill>
              </a:rPr>
              <a:t>2.14B</a:t>
            </a:r>
            <a:r>
              <a:rPr dirty="0" sz="3200" spc="-30">
                <a:solidFill>
                  <a:srgbClr val="ABBCC8"/>
                </a:solidFill>
              </a:rPr>
              <a:t> </a:t>
            </a:r>
            <a:r>
              <a:rPr dirty="0" sz="3200">
                <a:solidFill>
                  <a:srgbClr val="ABBCC8"/>
                </a:solidFill>
              </a:rPr>
              <a:t>online</a:t>
            </a:r>
            <a:r>
              <a:rPr dirty="0" sz="3200" spc="-25">
                <a:solidFill>
                  <a:srgbClr val="ABBCC8"/>
                </a:solidFill>
              </a:rPr>
              <a:t> </a:t>
            </a:r>
            <a:r>
              <a:rPr dirty="0" sz="3200">
                <a:solidFill>
                  <a:srgbClr val="ABBCC8"/>
                </a:solidFill>
              </a:rPr>
              <a:t>shoppers</a:t>
            </a:r>
            <a:r>
              <a:rPr dirty="0" sz="3200" spc="-25">
                <a:solidFill>
                  <a:srgbClr val="ABBCC8"/>
                </a:solidFill>
              </a:rPr>
              <a:t> </a:t>
            </a:r>
            <a:r>
              <a:rPr dirty="0" sz="3200">
                <a:solidFill>
                  <a:srgbClr val="ABBCC8"/>
                </a:solidFill>
              </a:rPr>
              <a:t>in</a:t>
            </a:r>
            <a:r>
              <a:rPr dirty="0" sz="3200" spc="-25">
                <a:solidFill>
                  <a:srgbClr val="ABBCC8"/>
                </a:solidFill>
              </a:rPr>
              <a:t> </a:t>
            </a:r>
            <a:r>
              <a:rPr dirty="0" sz="3200">
                <a:solidFill>
                  <a:srgbClr val="ABBCC8"/>
                </a:solidFill>
              </a:rPr>
              <a:t>2021</a:t>
            </a:r>
            <a:r>
              <a:rPr dirty="0" sz="3200" b="0">
                <a:solidFill>
                  <a:srgbClr val="ABBCC8"/>
                </a:solidFill>
                <a:latin typeface="Microsoft Sans Serif"/>
                <a:cs typeface="Microsoft Sans Serif"/>
              </a:rPr>
              <a:t>→Demand</a:t>
            </a:r>
            <a:r>
              <a:rPr dirty="0" sz="3200" spc="15" b="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200" b="0">
                <a:solidFill>
                  <a:srgbClr val="ABBCC8"/>
                </a:solidFill>
                <a:latin typeface="Microsoft Sans Serif"/>
                <a:cs typeface="Microsoft Sans Serif"/>
              </a:rPr>
              <a:t>for</a:t>
            </a:r>
            <a:r>
              <a:rPr dirty="0" sz="3200" spc="15" b="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200" b="0">
                <a:solidFill>
                  <a:srgbClr val="ABBCC8"/>
                </a:solidFill>
                <a:latin typeface="Microsoft Sans Serif"/>
                <a:cs typeface="Microsoft Sans Serif"/>
              </a:rPr>
              <a:t>faster</a:t>
            </a:r>
            <a:r>
              <a:rPr dirty="0" sz="3200" spc="15" b="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200" spc="-10" b="0">
                <a:solidFill>
                  <a:srgbClr val="ABBCC8"/>
                </a:solidFill>
                <a:latin typeface="Microsoft Sans Serif"/>
                <a:cs typeface="Microsoft Sans Serif"/>
              </a:rPr>
              <a:t>deliveries </a:t>
            </a:r>
            <a:r>
              <a:rPr dirty="0" sz="3200" b="0">
                <a:solidFill>
                  <a:srgbClr val="ABBCC8"/>
                </a:solidFill>
                <a:latin typeface="Microsoft Sans Serif"/>
                <a:cs typeface="Microsoft Sans Serif"/>
              </a:rPr>
              <a:t>Businesses</a:t>
            </a:r>
            <a:r>
              <a:rPr dirty="0" sz="3200" spc="5" b="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200" b="0">
                <a:solidFill>
                  <a:srgbClr val="ABBCC8"/>
                </a:solidFill>
                <a:latin typeface="Microsoft Sans Serif"/>
                <a:cs typeface="Microsoft Sans Serif"/>
              </a:rPr>
              <a:t>race</a:t>
            </a:r>
            <a:r>
              <a:rPr dirty="0" sz="3200" spc="10" b="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200" b="0">
                <a:solidFill>
                  <a:srgbClr val="ABBCC8"/>
                </a:solidFill>
                <a:latin typeface="Microsoft Sans Serif"/>
                <a:cs typeface="Microsoft Sans Serif"/>
              </a:rPr>
              <a:t>to</a:t>
            </a:r>
            <a:r>
              <a:rPr dirty="0" sz="3200" spc="10" b="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200" b="0">
                <a:solidFill>
                  <a:srgbClr val="ABBCC8"/>
                </a:solidFill>
                <a:latin typeface="Microsoft Sans Serif"/>
                <a:cs typeface="Microsoft Sans Serif"/>
              </a:rPr>
              <a:t>meet</a:t>
            </a:r>
            <a:r>
              <a:rPr dirty="0" sz="3200" spc="10" b="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200" b="0">
                <a:solidFill>
                  <a:srgbClr val="ABBCC8"/>
                </a:solidFill>
                <a:latin typeface="Microsoft Sans Serif"/>
                <a:cs typeface="Microsoft Sans Serif"/>
              </a:rPr>
              <a:t>soaring</a:t>
            </a:r>
            <a:r>
              <a:rPr dirty="0" sz="3200" spc="10" b="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200" b="0">
                <a:solidFill>
                  <a:srgbClr val="ABBCC8"/>
                </a:solidFill>
                <a:latin typeface="Microsoft Sans Serif"/>
                <a:cs typeface="Microsoft Sans Serif"/>
              </a:rPr>
              <a:t>expectations</a:t>
            </a:r>
            <a:r>
              <a:rPr dirty="0" sz="3200" spc="10" b="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200" b="0">
                <a:solidFill>
                  <a:srgbClr val="ABBCC8"/>
                </a:solidFill>
                <a:latin typeface="Microsoft Sans Serif"/>
                <a:cs typeface="Microsoft Sans Serif"/>
              </a:rPr>
              <a:t>for</a:t>
            </a:r>
            <a:r>
              <a:rPr dirty="0" sz="3200" spc="10" b="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200" spc="-10" b="0">
                <a:solidFill>
                  <a:srgbClr val="ABBCC8"/>
                </a:solidFill>
                <a:latin typeface="Microsoft Sans Serif"/>
                <a:cs typeface="Microsoft Sans Serif"/>
              </a:rPr>
              <a:t>deliveries</a:t>
            </a:r>
            <a:endParaRPr sz="3200">
              <a:latin typeface="Microsoft Sans Serif"/>
              <a:cs typeface="Microsoft Sans Serif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16522687" y="-89"/>
            <a:ext cx="1476375" cy="1025525"/>
          </a:xfrm>
          <a:custGeom>
            <a:avLst/>
            <a:gdLst/>
            <a:ahLst/>
            <a:cxnLst/>
            <a:rect l="l" t="t" r="r" b="b"/>
            <a:pathLst>
              <a:path w="1476375" h="1025525">
                <a:moveTo>
                  <a:pt x="195783" y="986383"/>
                </a:moveTo>
                <a:lnTo>
                  <a:pt x="37896" y="826160"/>
                </a:lnTo>
                <a:lnTo>
                  <a:pt x="0" y="1025271"/>
                </a:lnTo>
                <a:lnTo>
                  <a:pt x="195783" y="986383"/>
                </a:lnTo>
                <a:close/>
              </a:path>
              <a:path w="1476375" h="1025525">
                <a:moveTo>
                  <a:pt x="1088364" y="221818"/>
                </a:moveTo>
                <a:lnTo>
                  <a:pt x="765924" y="221818"/>
                </a:lnTo>
                <a:lnTo>
                  <a:pt x="765924" y="0"/>
                </a:lnTo>
                <a:lnTo>
                  <a:pt x="710463" y="0"/>
                </a:lnTo>
                <a:lnTo>
                  <a:pt x="710463" y="221818"/>
                </a:lnTo>
                <a:lnTo>
                  <a:pt x="388023" y="221818"/>
                </a:lnTo>
                <a:lnTo>
                  <a:pt x="388023" y="276326"/>
                </a:lnTo>
                <a:lnTo>
                  <a:pt x="710463" y="276326"/>
                </a:lnTo>
                <a:lnTo>
                  <a:pt x="710463" y="598284"/>
                </a:lnTo>
                <a:lnTo>
                  <a:pt x="765924" y="598284"/>
                </a:lnTo>
                <a:lnTo>
                  <a:pt x="765924" y="276326"/>
                </a:lnTo>
                <a:lnTo>
                  <a:pt x="1088364" y="276326"/>
                </a:lnTo>
                <a:lnTo>
                  <a:pt x="1088364" y="221818"/>
                </a:lnTo>
                <a:close/>
              </a:path>
              <a:path w="1476375" h="1025525">
                <a:moveTo>
                  <a:pt x="1439341" y="248983"/>
                </a:moveTo>
                <a:lnTo>
                  <a:pt x="1437716" y="201041"/>
                </a:lnTo>
                <a:lnTo>
                  <a:pt x="1432915" y="154063"/>
                </a:lnTo>
                <a:lnTo>
                  <a:pt x="1425079" y="108153"/>
                </a:lnTo>
                <a:lnTo>
                  <a:pt x="1414297" y="63296"/>
                </a:lnTo>
                <a:lnTo>
                  <a:pt x="1400632" y="19558"/>
                </a:lnTo>
                <a:lnTo>
                  <a:pt x="1393113" y="88"/>
                </a:lnTo>
                <a:lnTo>
                  <a:pt x="1332217" y="88"/>
                </a:lnTo>
                <a:lnTo>
                  <a:pt x="1340700" y="20091"/>
                </a:lnTo>
                <a:lnTo>
                  <a:pt x="1355534" y="63461"/>
                </a:lnTo>
                <a:lnTo>
                  <a:pt x="1367294" y="108153"/>
                </a:lnTo>
                <a:lnTo>
                  <a:pt x="1375867" y="154203"/>
                </a:lnTo>
                <a:lnTo>
                  <a:pt x="1381061" y="201041"/>
                </a:lnTo>
                <a:lnTo>
                  <a:pt x="1382839" y="248983"/>
                </a:lnTo>
                <a:lnTo>
                  <a:pt x="1381074" y="296786"/>
                </a:lnTo>
                <a:lnTo>
                  <a:pt x="1375841" y="343903"/>
                </a:lnTo>
                <a:lnTo>
                  <a:pt x="1367307" y="389724"/>
                </a:lnTo>
                <a:lnTo>
                  <a:pt x="1355496" y="434632"/>
                </a:lnTo>
                <a:lnTo>
                  <a:pt x="1340700" y="477862"/>
                </a:lnTo>
                <a:lnTo>
                  <a:pt x="1322908" y="519772"/>
                </a:lnTo>
                <a:lnTo>
                  <a:pt x="1302296" y="560108"/>
                </a:lnTo>
                <a:lnTo>
                  <a:pt x="1278966" y="598741"/>
                </a:lnTo>
                <a:lnTo>
                  <a:pt x="1253058" y="635546"/>
                </a:lnTo>
                <a:lnTo>
                  <a:pt x="1224699" y="670394"/>
                </a:lnTo>
                <a:lnTo>
                  <a:pt x="1194003" y="703173"/>
                </a:lnTo>
                <a:lnTo>
                  <a:pt x="1161110" y="733755"/>
                </a:lnTo>
                <a:lnTo>
                  <a:pt x="1126121" y="762012"/>
                </a:lnTo>
                <a:lnTo>
                  <a:pt x="1089177" y="787819"/>
                </a:lnTo>
                <a:lnTo>
                  <a:pt x="1050404" y="811060"/>
                </a:lnTo>
                <a:lnTo>
                  <a:pt x="1009929" y="831596"/>
                </a:lnTo>
                <a:lnTo>
                  <a:pt x="967854" y="849325"/>
                </a:lnTo>
                <a:lnTo>
                  <a:pt x="924331" y="864095"/>
                </a:lnTo>
                <a:lnTo>
                  <a:pt x="879475" y="875804"/>
                </a:lnTo>
                <a:lnTo>
                  <a:pt x="833412" y="884326"/>
                </a:lnTo>
                <a:lnTo>
                  <a:pt x="786257" y="889533"/>
                </a:lnTo>
                <a:lnTo>
                  <a:pt x="738149" y="891286"/>
                </a:lnTo>
                <a:lnTo>
                  <a:pt x="690029" y="889533"/>
                </a:lnTo>
                <a:lnTo>
                  <a:pt x="642874" y="884326"/>
                </a:lnTo>
                <a:lnTo>
                  <a:pt x="596811" y="875804"/>
                </a:lnTo>
                <a:lnTo>
                  <a:pt x="551954" y="864095"/>
                </a:lnTo>
                <a:lnTo>
                  <a:pt x="508431" y="849325"/>
                </a:lnTo>
                <a:lnTo>
                  <a:pt x="466369" y="831596"/>
                </a:lnTo>
                <a:lnTo>
                  <a:pt x="425881" y="811060"/>
                </a:lnTo>
                <a:lnTo>
                  <a:pt x="387108" y="787819"/>
                </a:lnTo>
                <a:lnTo>
                  <a:pt x="350164" y="762012"/>
                </a:lnTo>
                <a:lnTo>
                  <a:pt x="315188" y="733755"/>
                </a:lnTo>
                <a:lnTo>
                  <a:pt x="282282" y="703173"/>
                </a:lnTo>
                <a:lnTo>
                  <a:pt x="251587" y="670394"/>
                </a:lnTo>
                <a:lnTo>
                  <a:pt x="223227" y="635546"/>
                </a:lnTo>
                <a:lnTo>
                  <a:pt x="197319" y="598741"/>
                </a:lnTo>
                <a:lnTo>
                  <a:pt x="173990" y="560108"/>
                </a:lnTo>
                <a:lnTo>
                  <a:pt x="153377" y="519772"/>
                </a:lnTo>
                <a:lnTo>
                  <a:pt x="135585" y="477862"/>
                </a:lnTo>
                <a:lnTo>
                  <a:pt x="120751" y="434505"/>
                </a:lnTo>
                <a:lnTo>
                  <a:pt x="108978" y="389724"/>
                </a:lnTo>
                <a:lnTo>
                  <a:pt x="100431" y="343738"/>
                </a:lnTo>
                <a:lnTo>
                  <a:pt x="95211" y="296786"/>
                </a:lnTo>
                <a:lnTo>
                  <a:pt x="93459" y="248983"/>
                </a:lnTo>
                <a:lnTo>
                  <a:pt x="95224" y="201041"/>
                </a:lnTo>
                <a:lnTo>
                  <a:pt x="100444" y="154063"/>
                </a:lnTo>
                <a:lnTo>
                  <a:pt x="108991" y="108153"/>
                </a:lnTo>
                <a:lnTo>
                  <a:pt x="120802" y="63296"/>
                </a:lnTo>
                <a:lnTo>
                  <a:pt x="135585" y="20091"/>
                </a:lnTo>
                <a:lnTo>
                  <a:pt x="144068" y="88"/>
                </a:lnTo>
                <a:lnTo>
                  <a:pt x="83350" y="88"/>
                </a:lnTo>
                <a:lnTo>
                  <a:pt x="62141" y="63461"/>
                </a:lnTo>
                <a:lnTo>
                  <a:pt x="51396" y="108153"/>
                </a:lnTo>
                <a:lnTo>
                  <a:pt x="43535" y="154203"/>
                </a:lnTo>
                <a:lnTo>
                  <a:pt x="38760" y="201041"/>
                </a:lnTo>
                <a:lnTo>
                  <a:pt x="37134" y="248983"/>
                </a:lnTo>
                <a:lnTo>
                  <a:pt x="38747" y="296786"/>
                </a:lnTo>
                <a:lnTo>
                  <a:pt x="43561" y="343903"/>
                </a:lnTo>
                <a:lnTo>
                  <a:pt x="51371" y="389724"/>
                </a:lnTo>
                <a:lnTo>
                  <a:pt x="62166" y="434632"/>
                </a:lnTo>
                <a:lnTo>
                  <a:pt x="75819" y="478358"/>
                </a:lnTo>
                <a:lnTo>
                  <a:pt x="92214" y="520814"/>
                </a:lnTo>
                <a:lnTo>
                  <a:pt x="111252" y="561886"/>
                </a:lnTo>
                <a:lnTo>
                  <a:pt x="132829" y="601459"/>
                </a:lnTo>
                <a:lnTo>
                  <a:pt x="156832" y="639445"/>
                </a:lnTo>
                <a:lnTo>
                  <a:pt x="183172" y="675741"/>
                </a:lnTo>
                <a:lnTo>
                  <a:pt x="211747" y="710222"/>
                </a:lnTo>
                <a:lnTo>
                  <a:pt x="242430" y="742810"/>
                </a:lnTo>
                <a:lnTo>
                  <a:pt x="275145" y="773391"/>
                </a:lnTo>
                <a:lnTo>
                  <a:pt x="309765" y="801852"/>
                </a:lnTo>
                <a:lnTo>
                  <a:pt x="346189" y="828103"/>
                </a:lnTo>
                <a:lnTo>
                  <a:pt x="384327" y="852030"/>
                </a:lnTo>
                <a:lnTo>
                  <a:pt x="424065" y="873531"/>
                </a:lnTo>
                <a:lnTo>
                  <a:pt x="465289" y="892505"/>
                </a:lnTo>
                <a:lnTo>
                  <a:pt x="507911" y="908837"/>
                </a:lnTo>
                <a:lnTo>
                  <a:pt x="551827" y="922439"/>
                </a:lnTo>
                <a:lnTo>
                  <a:pt x="596912" y="933196"/>
                </a:lnTo>
                <a:lnTo>
                  <a:pt x="643089" y="941019"/>
                </a:lnTo>
                <a:lnTo>
                  <a:pt x="690232" y="945781"/>
                </a:lnTo>
                <a:lnTo>
                  <a:pt x="738238" y="947394"/>
                </a:lnTo>
                <a:lnTo>
                  <a:pt x="786244" y="945781"/>
                </a:lnTo>
                <a:lnTo>
                  <a:pt x="833386" y="941019"/>
                </a:lnTo>
                <a:lnTo>
                  <a:pt x="879551" y="933196"/>
                </a:lnTo>
                <a:lnTo>
                  <a:pt x="924636" y="922439"/>
                </a:lnTo>
                <a:lnTo>
                  <a:pt x="968540" y="908837"/>
                </a:lnTo>
                <a:lnTo>
                  <a:pt x="1011161" y="892505"/>
                </a:lnTo>
                <a:lnTo>
                  <a:pt x="1013790" y="891286"/>
                </a:lnTo>
                <a:lnTo>
                  <a:pt x="1052385" y="873531"/>
                </a:lnTo>
                <a:lnTo>
                  <a:pt x="1092123" y="852030"/>
                </a:lnTo>
                <a:lnTo>
                  <a:pt x="1130249" y="828103"/>
                </a:lnTo>
                <a:lnTo>
                  <a:pt x="1166685" y="801852"/>
                </a:lnTo>
                <a:lnTo>
                  <a:pt x="1201305" y="773391"/>
                </a:lnTo>
                <a:lnTo>
                  <a:pt x="1234008" y="742810"/>
                </a:lnTo>
                <a:lnTo>
                  <a:pt x="1264704" y="710222"/>
                </a:lnTo>
                <a:lnTo>
                  <a:pt x="1293279" y="675741"/>
                </a:lnTo>
                <a:lnTo>
                  <a:pt x="1319618" y="639445"/>
                </a:lnTo>
                <a:lnTo>
                  <a:pt x="1343634" y="601459"/>
                </a:lnTo>
                <a:lnTo>
                  <a:pt x="1365211" y="561886"/>
                </a:lnTo>
                <a:lnTo>
                  <a:pt x="1384249" y="520814"/>
                </a:lnTo>
                <a:lnTo>
                  <a:pt x="1400657" y="478358"/>
                </a:lnTo>
                <a:lnTo>
                  <a:pt x="1414335" y="434505"/>
                </a:lnTo>
                <a:lnTo>
                  <a:pt x="1425105" y="389724"/>
                </a:lnTo>
                <a:lnTo>
                  <a:pt x="1432941" y="343738"/>
                </a:lnTo>
                <a:lnTo>
                  <a:pt x="1437728" y="296786"/>
                </a:lnTo>
                <a:lnTo>
                  <a:pt x="1439341" y="248983"/>
                </a:lnTo>
                <a:close/>
              </a:path>
              <a:path w="1476375" h="1025525">
                <a:moveTo>
                  <a:pt x="1475994" y="1018895"/>
                </a:moveTo>
                <a:lnTo>
                  <a:pt x="1468374" y="980008"/>
                </a:lnTo>
                <a:lnTo>
                  <a:pt x="1437055" y="819785"/>
                </a:lnTo>
                <a:lnTo>
                  <a:pt x="1280223" y="980008"/>
                </a:lnTo>
                <a:lnTo>
                  <a:pt x="1475994" y="1018895"/>
                </a:lnTo>
                <a:close/>
              </a:path>
            </a:pathLst>
          </a:custGeom>
          <a:solidFill>
            <a:srgbClr val="D5DEEB">
              <a:alpha val="609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561051" y="7048965"/>
            <a:ext cx="4420345" cy="267642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37043" y="4541842"/>
            <a:ext cx="123825" cy="12382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37043" y="5027617"/>
            <a:ext cx="123825" cy="12382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37043" y="7496174"/>
            <a:ext cx="123825" cy="12382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37043" y="7981949"/>
            <a:ext cx="123825" cy="123824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37043" y="8467724"/>
            <a:ext cx="123825" cy="123824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933818" y="3331468"/>
            <a:ext cx="12414885" cy="541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 b="1">
                <a:solidFill>
                  <a:srgbClr val="ABBCC8"/>
                </a:solidFill>
                <a:latin typeface="Arial"/>
                <a:cs typeface="Arial"/>
              </a:rPr>
              <a:t>PURPOSE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3200">
              <a:latin typeface="Arial"/>
              <a:cs typeface="Arial"/>
            </a:endParaRPr>
          </a:p>
          <a:p>
            <a:pPr marL="704215">
              <a:lnSpc>
                <a:spcPts val="3829"/>
              </a:lnSpc>
            </a:pPr>
            <a:r>
              <a:rPr dirty="0" sz="3200">
                <a:solidFill>
                  <a:srgbClr val="ABBCC8"/>
                </a:solidFill>
                <a:latin typeface="Microsoft Sans Serif"/>
                <a:cs typeface="Microsoft Sans Serif"/>
              </a:rPr>
              <a:t>Cut</a:t>
            </a:r>
            <a:r>
              <a:rPr dirty="0" sz="3200" spc="1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200">
                <a:solidFill>
                  <a:srgbClr val="ABBCC8"/>
                </a:solidFill>
                <a:latin typeface="Microsoft Sans Serif"/>
                <a:cs typeface="Microsoft Sans Serif"/>
              </a:rPr>
              <a:t>costs,</a:t>
            </a:r>
            <a:r>
              <a:rPr dirty="0" sz="3200" spc="1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200">
                <a:solidFill>
                  <a:srgbClr val="ABBCC8"/>
                </a:solidFill>
                <a:latin typeface="Microsoft Sans Serif"/>
                <a:cs typeface="Microsoft Sans Serif"/>
              </a:rPr>
              <a:t>speed</a:t>
            </a:r>
            <a:r>
              <a:rPr dirty="0" sz="3200" spc="1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200" spc="-10">
                <a:solidFill>
                  <a:srgbClr val="ABBCC8"/>
                </a:solidFill>
                <a:latin typeface="Microsoft Sans Serif"/>
                <a:cs typeface="Microsoft Sans Serif"/>
              </a:rPr>
              <a:t>last-</a:t>
            </a:r>
            <a:r>
              <a:rPr dirty="0" sz="3200">
                <a:solidFill>
                  <a:srgbClr val="ABBCC8"/>
                </a:solidFill>
                <a:latin typeface="Microsoft Sans Serif"/>
                <a:cs typeface="Microsoft Sans Serif"/>
              </a:rPr>
              <a:t>mile</a:t>
            </a:r>
            <a:r>
              <a:rPr dirty="0" sz="3200" spc="1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200">
                <a:solidFill>
                  <a:srgbClr val="ABBCC8"/>
                </a:solidFill>
                <a:latin typeface="Microsoft Sans Serif"/>
                <a:cs typeface="Microsoft Sans Serif"/>
              </a:rPr>
              <a:t>delivery</a:t>
            </a:r>
            <a:r>
              <a:rPr dirty="0" sz="3200" spc="1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200">
                <a:solidFill>
                  <a:srgbClr val="ABBCC8"/>
                </a:solidFill>
                <a:latin typeface="Microsoft Sans Serif"/>
                <a:cs typeface="Microsoft Sans Serif"/>
              </a:rPr>
              <a:t>with</a:t>
            </a:r>
            <a:r>
              <a:rPr dirty="0" sz="3200" spc="1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200" spc="-10">
                <a:solidFill>
                  <a:srgbClr val="ABBCC8"/>
                </a:solidFill>
                <a:latin typeface="Microsoft Sans Serif"/>
                <a:cs typeface="Microsoft Sans Serif"/>
              </a:rPr>
              <a:t>AI-</a:t>
            </a:r>
            <a:r>
              <a:rPr dirty="0" sz="3200">
                <a:solidFill>
                  <a:srgbClr val="ABBCC8"/>
                </a:solidFill>
                <a:latin typeface="Microsoft Sans Serif"/>
                <a:cs typeface="Microsoft Sans Serif"/>
              </a:rPr>
              <a:t>driven</a:t>
            </a:r>
            <a:r>
              <a:rPr dirty="0" sz="3200" spc="1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200" spc="-10">
                <a:solidFill>
                  <a:srgbClr val="ABBCC8"/>
                </a:solidFill>
                <a:latin typeface="Microsoft Sans Serif"/>
                <a:cs typeface="Microsoft Sans Serif"/>
              </a:rPr>
              <a:t>drones</a:t>
            </a:r>
            <a:endParaRPr sz="3200">
              <a:latin typeface="Microsoft Sans Serif"/>
              <a:cs typeface="Microsoft Sans Serif"/>
            </a:endParaRPr>
          </a:p>
          <a:p>
            <a:pPr marL="704215">
              <a:lnSpc>
                <a:spcPts val="3829"/>
              </a:lnSpc>
            </a:pPr>
            <a:r>
              <a:rPr dirty="0" sz="3200">
                <a:solidFill>
                  <a:srgbClr val="ABBCC8"/>
                </a:solidFill>
                <a:latin typeface="Microsoft Sans Serif"/>
                <a:cs typeface="Microsoft Sans Serif"/>
              </a:rPr>
              <a:t>Key AI features: navigation, </a:t>
            </a:r>
            <a:r>
              <a:rPr dirty="0" sz="3200" spc="-10">
                <a:solidFill>
                  <a:srgbClr val="ABBCC8"/>
                </a:solidFill>
                <a:latin typeface="Microsoft Sans Serif"/>
                <a:cs typeface="Microsoft Sans Serif"/>
              </a:rPr>
              <a:t>real-</a:t>
            </a:r>
            <a:r>
              <a:rPr dirty="0" sz="3200">
                <a:solidFill>
                  <a:srgbClr val="ABBCC8"/>
                </a:solidFill>
                <a:latin typeface="Microsoft Sans Serif"/>
                <a:cs typeface="Microsoft Sans Serif"/>
              </a:rPr>
              <a:t>time routing, predictive </a:t>
            </a:r>
            <a:r>
              <a:rPr dirty="0" sz="3200" spc="-10">
                <a:solidFill>
                  <a:srgbClr val="ABBCC8"/>
                </a:solidFill>
                <a:latin typeface="Microsoft Sans Serif"/>
                <a:cs typeface="Microsoft Sans Serif"/>
              </a:rPr>
              <a:t>analytics</a:t>
            </a:r>
            <a:endParaRPr sz="3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3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3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3200" spc="-10" b="1">
                <a:solidFill>
                  <a:srgbClr val="ABBCC8"/>
                </a:solidFill>
                <a:latin typeface="Arial"/>
                <a:cs typeface="Arial"/>
              </a:rPr>
              <a:t>RELEVANCE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3200">
              <a:latin typeface="Arial"/>
              <a:cs typeface="Arial"/>
            </a:endParaRPr>
          </a:p>
          <a:p>
            <a:pPr marL="704215" marR="1385570">
              <a:lnSpc>
                <a:spcPts val="3829"/>
              </a:lnSpc>
            </a:pPr>
            <a:r>
              <a:rPr dirty="0" sz="3200">
                <a:solidFill>
                  <a:srgbClr val="ABBCC8"/>
                </a:solidFill>
                <a:latin typeface="Microsoft Sans Serif"/>
                <a:cs typeface="Microsoft Sans Serif"/>
              </a:rPr>
              <a:t>Gain</a:t>
            </a:r>
            <a:r>
              <a:rPr dirty="0" sz="3200" spc="1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200">
                <a:solidFill>
                  <a:srgbClr val="ABBCC8"/>
                </a:solidFill>
                <a:latin typeface="Microsoft Sans Serif"/>
                <a:cs typeface="Microsoft Sans Serif"/>
              </a:rPr>
              <a:t>a</a:t>
            </a:r>
            <a:r>
              <a:rPr dirty="0" sz="3200" spc="2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200">
                <a:solidFill>
                  <a:srgbClr val="ABBCC8"/>
                </a:solidFill>
                <a:latin typeface="Microsoft Sans Serif"/>
                <a:cs typeface="Microsoft Sans Serif"/>
              </a:rPr>
              <a:t>competitive</a:t>
            </a:r>
            <a:r>
              <a:rPr dirty="0" sz="3200" spc="2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200">
                <a:solidFill>
                  <a:srgbClr val="ABBCC8"/>
                </a:solidFill>
                <a:latin typeface="Microsoft Sans Serif"/>
                <a:cs typeface="Microsoft Sans Serif"/>
              </a:rPr>
              <a:t>edge</a:t>
            </a:r>
            <a:r>
              <a:rPr dirty="0" sz="3200" spc="2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200">
                <a:solidFill>
                  <a:srgbClr val="ABBCC8"/>
                </a:solidFill>
                <a:latin typeface="Microsoft Sans Serif"/>
                <a:cs typeface="Microsoft Sans Serif"/>
              </a:rPr>
              <a:t>&amp;</a:t>
            </a:r>
            <a:r>
              <a:rPr dirty="0" sz="3200" spc="1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200">
                <a:solidFill>
                  <a:srgbClr val="ABBCC8"/>
                </a:solidFill>
                <a:latin typeface="Microsoft Sans Serif"/>
                <a:cs typeface="Microsoft Sans Serif"/>
              </a:rPr>
              <a:t>attract</a:t>
            </a:r>
            <a:r>
              <a:rPr dirty="0" sz="3200" spc="2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200" spc="-10">
                <a:solidFill>
                  <a:srgbClr val="ABBCC8"/>
                </a:solidFill>
                <a:latin typeface="Microsoft Sans Serif"/>
                <a:cs typeface="Microsoft Sans Serif"/>
              </a:rPr>
              <a:t>tech-</a:t>
            </a:r>
            <a:r>
              <a:rPr dirty="0" sz="3200">
                <a:solidFill>
                  <a:srgbClr val="ABBCC8"/>
                </a:solidFill>
                <a:latin typeface="Microsoft Sans Serif"/>
                <a:cs typeface="Microsoft Sans Serif"/>
              </a:rPr>
              <a:t>savvy</a:t>
            </a:r>
            <a:r>
              <a:rPr dirty="0" sz="3200" spc="2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200" spc="-10">
                <a:solidFill>
                  <a:srgbClr val="ABBCC8"/>
                </a:solidFill>
                <a:latin typeface="Microsoft Sans Serif"/>
                <a:cs typeface="Microsoft Sans Serif"/>
              </a:rPr>
              <a:t>customers </a:t>
            </a:r>
            <a:r>
              <a:rPr dirty="0" sz="3200">
                <a:solidFill>
                  <a:srgbClr val="ABBCC8"/>
                </a:solidFill>
                <a:latin typeface="Microsoft Sans Serif"/>
                <a:cs typeface="Microsoft Sans Serif"/>
              </a:rPr>
              <a:t>Boost</a:t>
            </a:r>
            <a:r>
              <a:rPr dirty="0" sz="3200" spc="-1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200">
                <a:solidFill>
                  <a:srgbClr val="ABBCC8"/>
                </a:solidFill>
                <a:latin typeface="Microsoft Sans Serif"/>
                <a:cs typeface="Microsoft Sans Serif"/>
              </a:rPr>
              <a:t>customer</a:t>
            </a:r>
            <a:r>
              <a:rPr dirty="0" sz="3200" spc="-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200">
                <a:solidFill>
                  <a:srgbClr val="ABBCC8"/>
                </a:solidFill>
                <a:latin typeface="Microsoft Sans Serif"/>
                <a:cs typeface="Microsoft Sans Serif"/>
              </a:rPr>
              <a:t>satisfaction</a:t>
            </a:r>
            <a:r>
              <a:rPr dirty="0" sz="3200" spc="-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200">
                <a:solidFill>
                  <a:srgbClr val="ABBCC8"/>
                </a:solidFill>
                <a:latin typeface="Microsoft Sans Serif"/>
                <a:cs typeface="Microsoft Sans Serif"/>
              </a:rPr>
              <a:t>with</a:t>
            </a:r>
            <a:r>
              <a:rPr dirty="0" sz="3200" spc="-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200">
                <a:solidFill>
                  <a:srgbClr val="ABBCC8"/>
                </a:solidFill>
                <a:latin typeface="Microsoft Sans Serif"/>
                <a:cs typeface="Microsoft Sans Serif"/>
              </a:rPr>
              <a:t>faster,</a:t>
            </a:r>
            <a:r>
              <a:rPr dirty="0" sz="3200" spc="-1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200">
                <a:solidFill>
                  <a:srgbClr val="ABBCC8"/>
                </a:solidFill>
                <a:latin typeface="Microsoft Sans Serif"/>
                <a:cs typeface="Microsoft Sans Serif"/>
              </a:rPr>
              <a:t>reliable</a:t>
            </a:r>
            <a:r>
              <a:rPr dirty="0" sz="3200" spc="-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200" spc="-10">
                <a:solidFill>
                  <a:srgbClr val="ABBCC8"/>
                </a:solidFill>
                <a:latin typeface="Microsoft Sans Serif"/>
                <a:cs typeface="Microsoft Sans Serif"/>
              </a:rPr>
              <a:t>deliveries </a:t>
            </a:r>
            <a:r>
              <a:rPr dirty="0" sz="3200">
                <a:solidFill>
                  <a:srgbClr val="ABBCC8"/>
                </a:solidFill>
                <a:latin typeface="Microsoft Sans Serif"/>
                <a:cs typeface="Microsoft Sans Serif"/>
              </a:rPr>
              <a:t>Promote</a:t>
            </a:r>
            <a:r>
              <a:rPr dirty="0" sz="3200" spc="-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200">
                <a:solidFill>
                  <a:srgbClr val="ABBCC8"/>
                </a:solidFill>
                <a:latin typeface="Microsoft Sans Serif"/>
                <a:cs typeface="Microsoft Sans Serif"/>
              </a:rPr>
              <a:t>innovation</a:t>
            </a:r>
            <a:r>
              <a:rPr dirty="0" sz="3200" spc="-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200">
                <a:solidFill>
                  <a:srgbClr val="ABBCC8"/>
                </a:solidFill>
                <a:latin typeface="Microsoft Sans Serif"/>
                <a:cs typeface="Microsoft Sans Serif"/>
              </a:rPr>
              <a:t>&amp;</a:t>
            </a:r>
            <a:r>
              <a:rPr dirty="0" sz="3200" spc="-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200">
                <a:solidFill>
                  <a:srgbClr val="ABBCC8"/>
                </a:solidFill>
                <a:latin typeface="Microsoft Sans Serif"/>
                <a:cs typeface="Microsoft Sans Serif"/>
              </a:rPr>
              <a:t>sustainability</a:t>
            </a:r>
            <a:r>
              <a:rPr dirty="0" sz="3200" spc="-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200">
                <a:solidFill>
                  <a:srgbClr val="ABBCC8"/>
                </a:solidFill>
                <a:latin typeface="Microsoft Sans Serif"/>
                <a:cs typeface="Microsoft Sans Serif"/>
              </a:rPr>
              <a:t>in</a:t>
            </a:r>
            <a:r>
              <a:rPr dirty="0" sz="3200" spc="-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200">
                <a:solidFill>
                  <a:srgbClr val="ABBCC8"/>
                </a:solidFill>
                <a:latin typeface="Microsoft Sans Serif"/>
                <a:cs typeface="Microsoft Sans Serif"/>
              </a:rPr>
              <a:t>modern</a:t>
            </a:r>
            <a:r>
              <a:rPr dirty="0" sz="3200" spc="-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200" spc="-10">
                <a:solidFill>
                  <a:srgbClr val="ABBCC8"/>
                </a:solidFill>
                <a:latin typeface="Microsoft Sans Serif"/>
                <a:cs typeface="Microsoft Sans Serif"/>
              </a:rPr>
              <a:t>business</a:t>
            </a:r>
            <a:endParaRPr sz="3200">
              <a:latin typeface="Microsoft Sans Serif"/>
              <a:cs typeface="Microsoft Sans Serif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32802" y="5778803"/>
            <a:ext cx="16255197" cy="4313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9653180"/>
            <a:ext cx="633095" cy="634365"/>
          </a:xfrm>
          <a:custGeom>
            <a:avLst/>
            <a:gdLst/>
            <a:ahLst/>
            <a:cxnLst/>
            <a:rect l="l" t="t" r="r" b="b"/>
            <a:pathLst>
              <a:path w="633095" h="634365">
                <a:moveTo>
                  <a:pt x="629386" y="0"/>
                </a:moveTo>
                <a:lnTo>
                  <a:pt x="433806" y="38900"/>
                </a:lnTo>
                <a:lnTo>
                  <a:pt x="591972" y="199110"/>
                </a:lnTo>
                <a:lnTo>
                  <a:pt x="629386" y="0"/>
                </a:lnTo>
                <a:close/>
              </a:path>
              <a:path w="633095" h="634365">
                <a:moveTo>
                  <a:pt x="632764" y="633831"/>
                </a:moveTo>
                <a:lnTo>
                  <a:pt x="622287" y="590270"/>
                </a:lnTo>
                <a:lnTo>
                  <a:pt x="608647" y="546531"/>
                </a:lnTo>
                <a:lnTo>
                  <a:pt x="592239" y="504075"/>
                </a:lnTo>
                <a:lnTo>
                  <a:pt x="573201" y="463016"/>
                </a:lnTo>
                <a:lnTo>
                  <a:pt x="551624" y="423430"/>
                </a:lnTo>
                <a:lnTo>
                  <a:pt x="527608" y="385445"/>
                </a:lnTo>
                <a:lnTo>
                  <a:pt x="501269" y="349161"/>
                </a:lnTo>
                <a:lnTo>
                  <a:pt x="472694" y="314667"/>
                </a:lnTo>
                <a:lnTo>
                  <a:pt x="441998" y="282079"/>
                </a:lnTo>
                <a:lnTo>
                  <a:pt x="409295" y="251498"/>
                </a:lnTo>
                <a:lnTo>
                  <a:pt x="374675" y="223037"/>
                </a:lnTo>
                <a:lnTo>
                  <a:pt x="338239" y="196786"/>
                </a:lnTo>
                <a:lnTo>
                  <a:pt x="300113" y="172859"/>
                </a:lnTo>
                <a:lnTo>
                  <a:pt x="260375" y="151358"/>
                </a:lnTo>
                <a:lnTo>
                  <a:pt x="219151" y="132397"/>
                </a:lnTo>
                <a:lnTo>
                  <a:pt x="176530" y="116052"/>
                </a:lnTo>
                <a:lnTo>
                  <a:pt x="132626" y="102450"/>
                </a:lnTo>
                <a:lnTo>
                  <a:pt x="87541" y="91694"/>
                </a:lnTo>
                <a:lnTo>
                  <a:pt x="41376" y="83883"/>
                </a:lnTo>
                <a:lnTo>
                  <a:pt x="0" y="79692"/>
                </a:lnTo>
                <a:lnTo>
                  <a:pt x="0" y="135991"/>
                </a:lnTo>
                <a:lnTo>
                  <a:pt x="41402" y="140563"/>
                </a:lnTo>
                <a:lnTo>
                  <a:pt x="87464" y="149085"/>
                </a:lnTo>
                <a:lnTo>
                  <a:pt x="132321" y="160794"/>
                </a:lnTo>
                <a:lnTo>
                  <a:pt x="175844" y="175577"/>
                </a:lnTo>
                <a:lnTo>
                  <a:pt x="217919" y="193294"/>
                </a:lnTo>
                <a:lnTo>
                  <a:pt x="258394" y="213842"/>
                </a:lnTo>
                <a:lnTo>
                  <a:pt x="297167" y="237070"/>
                </a:lnTo>
                <a:lnTo>
                  <a:pt x="334111" y="262877"/>
                </a:lnTo>
                <a:lnTo>
                  <a:pt x="369100" y="291134"/>
                </a:lnTo>
                <a:lnTo>
                  <a:pt x="401993" y="321716"/>
                </a:lnTo>
                <a:lnTo>
                  <a:pt x="432689" y="354495"/>
                </a:lnTo>
                <a:lnTo>
                  <a:pt x="461048" y="389356"/>
                </a:lnTo>
                <a:lnTo>
                  <a:pt x="486956" y="426148"/>
                </a:lnTo>
                <a:lnTo>
                  <a:pt x="510286" y="464781"/>
                </a:lnTo>
                <a:lnTo>
                  <a:pt x="530910" y="505117"/>
                </a:lnTo>
                <a:lnTo>
                  <a:pt x="548690" y="547027"/>
                </a:lnTo>
                <a:lnTo>
                  <a:pt x="563524" y="590397"/>
                </a:lnTo>
                <a:lnTo>
                  <a:pt x="574954" y="633831"/>
                </a:lnTo>
                <a:lnTo>
                  <a:pt x="632764" y="633831"/>
                </a:lnTo>
                <a:close/>
              </a:path>
            </a:pathLst>
          </a:custGeom>
          <a:solidFill>
            <a:srgbClr val="D5DEEB">
              <a:alpha val="609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65384" y="9401175"/>
            <a:ext cx="1422615" cy="88582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686588" y="4338177"/>
            <a:ext cx="12551410" cy="281114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2700" marR="5080">
              <a:lnSpc>
                <a:spcPts val="10950"/>
              </a:lnSpc>
              <a:spcBef>
                <a:spcPts val="290"/>
              </a:spcBef>
              <a:tabLst>
                <a:tab pos="3820795" algn="l"/>
                <a:tab pos="4531995" algn="l"/>
                <a:tab pos="6597650" algn="l"/>
              </a:tabLst>
            </a:pPr>
            <a:r>
              <a:rPr dirty="0" sz="9150" spc="-20" b="1">
                <a:solidFill>
                  <a:srgbClr val="07A793"/>
                </a:solidFill>
                <a:latin typeface="Arial"/>
                <a:cs typeface="Arial"/>
              </a:rPr>
              <a:t>WHAT</a:t>
            </a:r>
            <a:r>
              <a:rPr dirty="0" sz="9150" b="1">
                <a:solidFill>
                  <a:srgbClr val="07A793"/>
                </a:solidFill>
                <a:latin typeface="Arial"/>
                <a:cs typeface="Arial"/>
              </a:rPr>
              <a:t>	</a:t>
            </a:r>
            <a:r>
              <a:rPr dirty="0" sz="9150" spc="-25" b="1">
                <a:solidFill>
                  <a:srgbClr val="07A793"/>
                </a:solidFill>
                <a:latin typeface="Arial"/>
                <a:cs typeface="Arial"/>
              </a:rPr>
              <a:t>ARE</a:t>
            </a:r>
            <a:r>
              <a:rPr dirty="0" sz="9150" b="1">
                <a:solidFill>
                  <a:srgbClr val="07A793"/>
                </a:solidFill>
                <a:latin typeface="Arial"/>
                <a:cs typeface="Arial"/>
              </a:rPr>
              <a:t>	</a:t>
            </a:r>
            <a:r>
              <a:rPr dirty="0" sz="9150" spc="-45" b="1">
                <a:solidFill>
                  <a:srgbClr val="07A793"/>
                </a:solidFill>
                <a:latin typeface="Arial"/>
                <a:cs typeface="Arial"/>
              </a:rPr>
              <a:t>AI-</a:t>
            </a:r>
            <a:r>
              <a:rPr dirty="0" sz="9150" spc="-10" b="1">
                <a:solidFill>
                  <a:srgbClr val="07A793"/>
                </a:solidFill>
                <a:latin typeface="Arial"/>
                <a:cs typeface="Arial"/>
              </a:rPr>
              <a:t>DRIVEN DRONE</a:t>
            </a:r>
            <a:r>
              <a:rPr dirty="0" sz="9150" b="1">
                <a:solidFill>
                  <a:srgbClr val="07A793"/>
                </a:solidFill>
                <a:latin typeface="Arial"/>
                <a:cs typeface="Arial"/>
              </a:rPr>
              <a:t>	</a:t>
            </a:r>
            <a:r>
              <a:rPr dirty="0" sz="9150" spc="-10" b="1">
                <a:solidFill>
                  <a:srgbClr val="07A793"/>
                </a:solidFill>
                <a:latin typeface="Arial"/>
                <a:cs typeface="Arial"/>
              </a:rPr>
              <a:t>DELIVERIES?</a:t>
            </a:r>
            <a:endParaRPr sz="915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80340">
              <a:lnSpc>
                <a:spcPct val="100000"/>
              </a:lnSpc>
              <a:spcBef>
                <a:spcPts val="100"/>
              </a:spcBef>
            </a:pPr>
            <a:r>
              <a:rPr dirty="0" sz="12000" spc="-25" b="0">
                <a:solidFill>
                  <a:srgbClr val="F5F5F7"/>
                </a:solidFill>
                <a:latin typeface="Microsoft Sans Serif"/>
                <a:cs typeface="Microsoft Sans Serif"/>
              </a:rPr>
              <a:t>02</a:t>
            </a:r>
            <a:endParaRPr sz="12000">
              <a:latin typeface="Microsoft Sans Serif"/>
              <a:cs typeface="Microsoft Sans Serif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56286" y="7629149"/>
            <a:ext cx="16531713" cy="431396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12305438" y="369241"/>
            <a:ext cx="5152390" cy="3781425"/>
            <a:chOff x="12305438" y="369241"/>
            <a:chExt cx="5152390" cy="3781425"/>
          </a:xfrm>
        </p:grpSpPr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836262" y="1382859"/>
              <a:ext cx="109893" cy="133882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6279838" y="700201"/>
              <a:ext cx="1178560" cy="1520825"/>
            </a:xfrm>
            <a:custGeom>
              <a:avLst/>
              <a:gdLst/>
              <a:ahLst/>
              <a:cxnLst/>
              <a:rect l="l" t="t" r="r" b="b"/>
              <a:pathLst>
                <a:path w="1178559" h="1520825">
                  <a:moveTo>
                    <a:pt x="1177988" y="1100162"/>
                  </a:moveTo>
                  <a:lnTo>
                    <a:pt x="1176705" y="1054506"/>
                  </a:lnTo>
                  <a:lnTo>
                    <a:pt x="1172883" y="1007821"/>
                  </a:lnTo>
                  <a:lnTo>
                    <a:pt x="1166558" y="960272"/>
                  </a:lnTo>
                  <a:lnTo>
                    <a:pt x="1157795" y="912012"/>
                  </a:lnTo>
                  <a:lnTo>
                    <a:pt x="1146632" y="863219"/>
                  </a:lnTo>
                  <a:lnTo>
                    <a:pt x="1133119" y="814031"/>
                  </a:lnTo>
                  <a:lnTo>
                    <a:pt x="1117307" y="764616"/>
                  </a:lnTo>
                  <a:lnTo>
                    <a:pt x="1099248" y="715149"/>
                  </a:lnTo>
                  <a:lnTo>
                    <a:pt x="1078979" y="665759"/>
                  </a:lnTo>
                  <a:lnTo>
                    <a:pt x="1056551" y="616623"/>
                  </a:lnTo>
                  <a:lnTo>
                    <a:pt x="1032002" y="567905"/>
                  </a:lnTo>
                  <a:lnTo>
                    <a:pt x="1005408" y="519760"/>
                  </a:lnTo>
                  <a:lnTo>
                    <a:pt x="976985" y="472617"/>
                  </a:lnTo>
                  <a:lnTo>
                    <a:pt x="947051" y="426999"/>
                  </a:lnTo>
                  <a:lnTo>
                    <a:pt x="917600" y="385699"/>
                  </a:lnTo>
                  <a:lnTo>
                    <a:pt x="915708" y="383019"/>
                  </a:lnTo>
                  <a:lnTo>
                    <a:pt x="889419" y="349008"/>
                  </a:lnTo>
                  <a:lnTo>
                    <a:pt x="885761" y="344233"/>
                  </a:lnTo>
                  <a:lnTo>
                    <a:pt x="885418" y="343839"/>
                  </a:lnTo>
                  <a:lnTo>
                    <a:pt x="883069" y="340779"/>
                  </a:lnTo>
                  <a:lnTo>
                    <a:pt x="860729" y="314134"/>
                  </a:lnTo>
                  <a:lnTo>
                    <a:pt x="852601" y="304330"/>
                  </a:lnTo>
                  <a:lnTo>
                    <a:pt x="851662" y="303301"/>
                  </a:lnTo>
                  <a:lnTo>
                    <a:pt x="849249" y="300405"/>
                  </a:lnTo>
                  <a:lnTo>
                    <a:pt x="829487" y="278688"/>
                  </a:lnTo>
                  <a:lnTo>
                    <a:pt x="818197" y="266141"/>
                  </a:lnTo>
                  <a:lnTo>
                    <a:pt x="816724" y="264642"/>
                  </a:lnTo>
                  <a:lnTo>
                    <a:pt x="814362" y="262039"/>
                  </a:lnTo>
                  <a:lnTo>
                    <a:pt x="793737" y="241173"/>
                  </a:lnTo>
                  <a:lnTo>
                    <a:pt x="782624" y="229819"/>
                  </a:lnTo>
                  <a:lnTo>
                    <a:pt x="781291" y="228587"/>
                  </a:lnTo>
                  <a:lnTo>
                    <a:pt x="778522" y="225767"/>
                  </a:lnTo>
                  <a:lnTo>
                    <a:pt x="754075" y="203085"/>
                  </a:lnTo>
                  <a:lnTo>
                    <a:pt x="745985" y="195503"/>
                  </a:lnTo>
                  <a:lnTo>
                    <a:pt x="745032" y="194703"/>
                  </a:lnTo>
                  <a:lnTo>
                    <a:pt x="741832" y="191719"/>
                  </a:lnTo>
                  <a:lnTo>
                    <a:pt x="709460" y="164312"/>
                  </a:lnTo>
                  <a:lnTo>
                    <a:pt x="708367" y="163360"/>
                  </a:lnTo>
                  <a:lnTo>
                    <a:pt x="704430" y="160032"/>
                  </a:lnTo>
                  <a:lnTo>
                    <a:pt x="666419" y="130797"/>
                  </a:lnTo>
                  <a:lnTo>
                    <a:pt x="627900" y="104152"/>
                  </a:lnTo>
                  <a:lnTo>
                    <a:pt x="589000" y="80213"/>
                  </a:lnTo>
                  <a:lnTo>
                    <a:pt x="543090" y="55765"/>
                  </a:lnTo>
                  <a:lnTo>
                    <a:pt x="497751" y="35737"/>
                  </a:lnTo>
                  <a:lnTo>
                    <a:pt x="453148" y="20129"/>
                  </a:lnTo>
                  <a:lnTo>
                    <a:pt x="409486" y="8966"/>
                  </a:lnTo>
                  <a:lnTo>
                    <a:pt x="366966" y="2247"/>
                  </a:lnTo>
                  <a:lnTo>
                    <a:pt x="325767" y="0"/>
                  </a:lnTo>
                  <a:lnTo>
                    <a:pt x="284492" y="2451"/>
                  </a:lnTo>
                  <a:lnTo>
                    <a:pt x="245059" y="9779"/>
                  </a:lnTo>
                  <a:lnTo>
                    <a:pt x="207683" y="21996"/>
                  </a:lnTo>
                  <a:lnTo>
                    <a:pt x="172593" y="39090"/>
                  </a:lnTo>
                  <a:lnTo>
                    <a:pt x="171500" y="39839"/>
                  </a:lnTo>
                  <a:lnTo>
                    <a:pt x="171424" y="39674"/>
                  </a:lnTo>
                  <a:lnTo>
                    <a:pt x="137769" y="62738"/>
                  </a:lnTo>
                  <a:lnTo>
                    <a:pt x="107302" y="90855"/>
                  </a:lnTo>
                  <a:lnTo>
                    <a:pt x="106299" y="92075"/>
                  </a:lnTo>
                  <a:lnTo>
                    <a:pt x="105575" y="92964"/>
                  </a:lnTo>
                  <a:lnTo>
                    <a:pt x="80213" y="123875"/>
                  </a:lnTo>
                  <a:lnTo>
                    <a:pt x="78994" y="125831"/>
                  </a:lnTo>
                  <a:lnTo>
                    <a:pt x="78740" y="126149"/>
                  </a:lnTo>
                  <a:lnTo>
                    <a:pt x="75844" y="130898"/>
                  </a:lnTo>
                  <a:lnTo>
                    <a:pt x="56705" y="161696"/>
                  </a:lnTo>
                  <a:lnTo>
                    <a:pt x="55448" y="164401"/>
                  </a:lnTo>
                  <a:lnTo>
                    <a:pt x="55156" y="164884"/>
                  </a:lnTo>
                  <a:lnTo>
                    <a:pt x="52082" y="171665"/>
                  </a:lnTo>
                  <a:lnTo>
                    <a:pt x="37007" y="204190"/>
                  </a:lnTo>
                  <a:lnTo>
                    <a:pt x="36029" y="207098"/>
                  </a:lnTo>
                  <a:lnTo>
                    <a:pt x="35598" y="208064"/>
                  </a:lnTo>
                  <a:lnTo>
                    <a:pt x="31381" y="221018"/>
                  </a:lnTo>
                  <a:lnTo>
                    <a:pt x="21285" y="251256"/>
                  </a:lnTo>
                  <a:lnTo>
                    <a:pt x="20688" y="253923"/>
                  </a:lnTo>
                  <a:lnTo>
                    <a:pt x="20193" y="255447"/>
                  </a:lnTo>
                  <a:lnTo>
                    <a:pt x="14998" y="279349"/>
                  </a:lnTo>
                  <a:lnTo>
                    <a:pt x="9779" y="302742"/>
                  </a:lnTo>
                  <a:lnTo>
                    <a:pt x="9550" y="304457"/>
                  </a:lnTo>
                  <a:lnTo>
                    <a:pt x="9055" y="306781"/>
                  </a:lnTo>
                  <a:lnTo>
                    <a:pt x="3556" y="351434"/>
                  </a:lnTo>
                  <a:lnTo>
                    <a:pt x="2654" y="358546"/>
                  </a:lnTo>
                  <a:lnTo>
                    <a:pt x="2628" y="358965"/>
                  </a:lnTo>
                  <a:lnTo>
                    <a:pt x="2286" y="361810"/>
                  </a:lnTo>
                  <a:lnTo>
                    <a:pt x="0" y="420293"/>
                  </a:lnTo>
                  <a:lnTo>
                    <a:pt x="1282" y="465924"/>
                  </a:lnTo>
                  <a:lnTo>
                    <a:pt x="5118" y="512584"/>
                  </a:lnTo>
                  <a:lnTo>
                    <a:pt x="11430" y="560108"/>
                  </a:lnTo>
                  <a:lnTo>
                    <a:pt x="20193" y="608342"/>
                  </a:lnTo>
                  <a:lnTo>
                    <a:pt x="31356" y="657123"/>
                  </a:lnTo>
                  <a:lnTo>
                    <a:pt x="44869" y="706297"/>
                  </a:lnTo>
                  <a:lnTo>
                    <a:pt x="60680" y="755700"/>
                  </a:lnTo>
                  <a:lnTo>
                    <a:pt x="78740" y="805180"/>
                  </a:lnTo>
                  <a:lnTo>
                    <a:pt x="99009" y="854557"/>
                  </a:lnTo>
                  <a:lnTo>
                    <a:pt x="121450" y="903681"/>
                  </a:lnTo>
                  <a:lnTo>
                    <a:pt x="145986" y="952411"/>
                  </a:lnTo>
                  <a:lnTo>
                    <a:pt x="172593" y="1000556"/>
                  </a:lnTo>
                  <a:lnTo>
                    <a:pt x="173748" y="1002499"/>
                  </a:lnTo>
                  <a:lnTo>
                    <a:pt x="173596" y="1002588"/>
                  </a:lnTo>
                  <a:lnTo>
                    <a:pt x="200952" y="1047851"/>
                  </a:lnTo>
                  <a:lnTo>
                    <a:pt x="229882" y="1092009"/>
                  </a:lnTo>
                  <a:lnTo>
                    <a:pt x="260311" y="1134884"/>
                  </a:lnTo>
                  <a:lnTo>
                    <a:pt x="292150" y="1176337"/>
                  </a:lnTo>
                  <a:lnTo>
                    <a:pt x="325310" y="1216228"/>
                  </a:lnTo>
                  <a:lnTo>
                    <a:pt x="359702" y="1254404"/>
                  </a:lnTo>
                  <a:lnTo>
                    <a:pt x="395262" y="1290726"/>
                  </a:lnTo>
                  <a:lnTo>
                    <a:pt x="431888" y="1325029"/>
                  </a:lnTo>
                  <a:lnTo>
                    <a:pt x="469506" y="1357185"/>
                  </a:lnTo>
                  <a:lnTo>
                    <a:pt x="508012" y="1387030"/>
                  </a:lnTo>
                  <a:lnTo>
                    <a:pt x="547344" y="1414424"/>
                  </a:lnTo>
                  <a:lnTo>
                    <a:pt x="549694" y="1415884"/>
                  </a:lnTo>
                  <a:lnTo>
                    <a:pt x="550087" y="1416151"/>
                  </a:lnTo>
                  <a:lnTo>
                    <a:pt x="557847" y="1420939"/>
                  </a:lnTo>
                  <a:lnTo>
                    <a:pt x="587400" y="1439227"/>
                  </a:lnTo>
                  <a:lnTo>
                    <a:pt x="634911" y="1464538"/>
                  </a:lnTo>
                  <a:lnTo>
                    <a:pt x="680275" y="1484579"/>
                  </a:lnTo>
                  <a:lnTo>
                    <a:pt x="724916" y="1500187"/>
                  </a:lnTo>
                  <a:lnTo>
                    <a:pt x="768604" y="1511350"/>
                  </a:lnTo>
                  <a:lnTo>
                    <a:pt x="811161" y="1518069"/>
                  </a:lnTo>
                  <a:lnTo>
                    <a:pt x="852360" y="1520304"/>
                  </a:lnTo>
                  <a:lnTo>
                    <a:pt x="893559" y="1517891"/>
                  </a:lnTo>
                  <a:lnTo>
                    <a:pt x="932954" y="1510601"/>
                  </a:lnTo>
                  <a:lnTo>
                    <a:pt x="970318" y="1498434"/>
                  </a:lnTo>
                  <a:lnTo>
                    <a:pt x="1005408" y="1481366"/>
                  </a:lnTo>
                  <a:lnTo>
                    <a:pt x="1006309" y="1480756"/>
                  </a:lnTo>
                  <a:lnTo>
                    <a:pt x="1006411" y="1480921"/>
                  </a:lnTo>
                  <a:lnTo>
                    <a:pt x="1040117" y="1457858"/>
                  </a:lnTo>
                  <a:lnTo>
                    <a:pt x="1070622" y="1429753"/>
                  </a:lnTo>
                  <a:lnTo>
                    <a:pt x="1071689" y="1428445"/>
                  </a:lnTo>
                  <a:lnTo>
                    <a:pt x="1073175" y="1426641"/>
                  </a:lnTo>
                  <a:lnTo>
                    <a:pt x="1097737" y="1396720"/>
                  </a:lnTo>
                  <a:lnTo>
                    <a:pt x="1098981" y="1394714"/>
                  </a:lnTo>
                  <a:lnTo>
                    <a:pt x="1099312" y="1394307"/>
                  </a:lnTo>
                  <a:lnTo>
                    <a:pt x="1102982" y="1388275"/>
                  </a:lnTo>
                  <a:lnTo>
                    <a:pt x="1121244" y="1358887"/>
                  </a:lnTo>
                  <a:lnTo>
                    <a:pt x="1122413" y="1356360"/>
                  </a:lnTo>
                  <a:lnTo>
                    <a:pt x="1122895" y="1355572"/>
                  </a:lnTo>
                  <a:lnTo>
                    <a:pt x="1127556" y="1345260"/>
                  </a:lnTo>
                  <a:lnTo>
                    <a:pt x="1140955" y="1316380"/>
                  </a:lnTo>
                  <a:lnTo>
                    <a:pt x="1141844" y="1313713"/>
                  </a:lnTo>
                  <a:lnTo>
                    <a:pt x="1142441" y="1312392"/>
                  </a:lnTo>
                  <a:lnTo>
                    <a:pt x="1148168" y="1294726"/>
                  </a:lnTo>
                  <a:lnTo>
                    <a:pt x="1156652" y="1269301"/>
                  </a:lnTo>
                  <a:lnTo>
                    <a:pt x="1157135" y="1267091"/>
                  </a:lnTo>
                  <a:lnTo>
                    <a:pt x="1157820" y="1265008"/>
                  </a:lnTo>
                  <a:lnTo>
                    <a:pt x="1165301" y="1230490"/>
                  </a:lnTo>
                  <a:lnTo>
                    <a:pt x="1168146" y="1217790"/>
                  </a:lnTo>
                  <a:lnTo>
                    <a:pt x="1168247" y="1216939"/>
                  </a:lnTo>
                  <a:lnTo>
                    <a:pt x="1168958" y="1213688"/>
                  </a:lnTo>
                  <a:lnTo>
                    <a:pt x="1175715" y="1158646"/>
                  </a:lnTo>
                  <a:lnTo>
                    <a:pt x="1177988" y="1100162"/>
                  </a:lnTo>
                  <a:close/>
                </a:path>
              </a:pathLst>
            </a:custGeom>
            <a:solidFill>
              <a:srgbClr val="81A6C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670625" y="1397880"/>
              <a:ext cx="249178" cy="214414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5578930" y="459726"/>
              <a:ext cx="374015" cy="1263015"/>
            </a:xfrm>
            <a:custGeom>
              <a:avLst/>
              <a:gdLst/>
              <a:ahLst/>
              <a:cxnLst/>
              <a:rect l="l" t="t" r="r" b="b"/>
              <a:pathLst>
                <a:path w="374015" h="1263014">
                  <a:moveTo>
                    <a:pt x="353859" y="1262453"/>
                  </a:moveTo>
                  <a:lnTo>
                    <a:pt x="0" y="11726"/>
                  </a:lnTo>
                  <a:lnTo>
                    <a:pt x="19980" y="0"/>
                  </a:lnTo>
                  <a:lnTo>
                    <a:pt x="373695" y="1250871"/>
                  </a:lnTo>
                  <a:lnTo>
                    <a:pt x="353859" y="1262453"/>
                  </a:lnTo>
                  <a:close/>
                </a:path>
              </a:pathLst>
            </a:custGeom>
            <a:solidFill>
              <a:srgbClr val="F5F5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5598766" y="369241"/>
              <a:ext cx="784225" cy="1341755"/>
            </a:xfrm>
            <a:custGeom>
              <a:avLst/>
              <a:gdLst/>
              <a:ahLst/>
              <a:cxnLst/>
              <a:rect l="l" t="t" r="r" b="b"/>
              <a:pathLst>
                <a:path w="784225" h="1341755">
                  <a:moveTo>
                    <a:pt x="353715" y="1341501"/>
                  </a:moveTo>
                  <a:lnTo>
                    <a:pt x="0" y="90630"/>
                  </a:lnTo>
                  <a:lnTo>
                    <a:pt x="163609" y="0"/>
                  </a:lnTo>
                  <a:lnTo>
                    <a:pt x="784167" y="1102909"/>
                  </a:lnTo>
                  <a:lnTo>
                    <a:pt x="353715" y="1341501"/>
                  </a:lnTo>
                  <a:close/>
                </a:path>
              </a:pathLst>
            </a:custGeom>
            <a:solidFill>
              <a:srgbClr val="81A6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6153880" y="2174463"/>
              <a:ext cx="156845" cy="451484"/>
            </a:xfrm>
            <a:custGeom>
              <a:avLst/>
              <a:gdLst/>
              <a:ahLst/>
              <a:cxnLst/>
              <a:rect l="l" t="t" r="r" b="b"/>
              <a:pathLst>
                <a:path w="156844" h="451485">
                  <a:moveTo>
                    <a:pt x="156225" y="451413"/>
                  </a:moveTo>
                  <a:lnTo>
                    <a:pt x="129150" y="435633"/>
                  </a:lnTo>
                  <a:lnTo>
                    <a:pt x="0" y="0"/>
                  </a:lnTo>
                  <a:lnTo>
                    <a:pt x="27219" y="15780"/>
                  </a:lnTo>
                  <a:lnTo>
                    <a:pt x="156225" y="451413"/>
                  </a:lnTo>
                  <a:close/>
                </a:path>
              </a:pathLst>
            </a:custGeom>
            <a:solidFill>
              <a:srgbClr val="F5F5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6153880" y="1960193"/>
              <a:ext cx="398780" cy="230504"/>
            </a:xfrm>
            <a:custGeom>
              <a:avLst/>
              <a:gdLst/>
              <a:ahLst/>
              <a:cxnLst/>
              <a:rect l="l" t="t" r="r" b="b"/>
              <a:pathLst>
                <a:path w="398780" h="230505">
                  <a:moveTo>
                    <a:pt x="27219" y="230050"/>
                  </a:moveTo>
                  <a:lnTo>
                    <a:pt x="0" y="214269"/>
                  </a:lnTo>
                  <a:lnTo>
                    <a:pt x="371234" y="0"/>
                  </a:lnTo>
                  <a:lnTo>
                    <a:pt x="398309" y="15780"/>
                  </a:lnTo>
                  <a:lnTo>
                    <a:pt x="27219" y="230050"/>
                  </a:lnTo>
                  <a:close/>
                </a:path>
              </a:pathLst>
            </a:custGeom>
            <a:solidFill>
              <a:srgbClr val="99A3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6181245" y="1975974"/>
              <a:ext cx="371475" cy="650240"/>
            </a:xfrm>
            <a:custGeom>
              <a:avLst/>
              <a:gdLst/>
              <a:ahLst/>
              <a:cxnLst/>
              <a:rect l="l" t="t" r="r" b="b"/>
              <a:pathLst>
                <a:path w="371475" h="650239">
                  <a:moveTo>
                    <a:pt x="129005" y="649903"/>
                  </a:moveTo>
                  <a:lnTo>
                    <a:pt x="0" y="214269"/>
                  </a:lnTo>
                  <a:lnTo>
                    <a:pt x="371089" y="0"/>
                  </a:lnTo>
                  <a:lnTo>
                    <a:pt x="371066" y="214269"/>
                  </a:lnTo>
                  <a:lnTo>
                    <a:pt x="371234" y="510193"/>
                  </a:lnTo>
                  <a:lnTo>
                    <a:pt x="129005" y="649903"/>
                  </a:lnTo>
                  <a:close/>
                </a:path>
              </a:pathLst>
            </a:custGeom>
            <a:solidFill>
              <a:srgbClr val="81A6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2463401" y="1529627"/>
              <a:ext cx="1742439" cy="1332230"/>
            </a:xfrm>
            <a:custGeom>
              <a:avLst/>
              <a:gdLst/>
              <a:ahLst/>
              <a:cxnLst/>
              <a:rect l="l" t="t" r="r" b="b"/>
              <a:pathLst>
                <a:path w="1742440" h="1332230">
                  <a:moveTo>
                    <a:pt x="1742078" y="1332091"/>
                  </a:moveTo>
                  <a:lnTo>
                    <a:pt x="144" y="34601"/>
                  </a:lnTo>
                  <a:lnTo>
                    <a:pt x="0" y="0"/>
                  </a:lnTo>
                  <a:lnTo>
                    <a:pt x="1741933" y="1297489"/>
                  </a:lnTo>
                  <a:lnTo>
                    <a:pt x="1742078" y="1332091"/>
                  </a:lnTo>
                  <a:close/>
                </a:path>
              </a:pathLst>
            </a:custGeom>
            <a:solidFill>
              <a:srgbClr val="F5F5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4205335" y="2560293"/>
              <a:ext cx="462915" cy="301625"/>
            </a:xfrm>
            <a:custGeom>
              <a:avLst/>
              <a:gdLst/>
              <a:ahLst/>
              <a:cxnLst/>
              <a:rect l="l" t="t" r="r" b="b"/>
              <a:pathLst>
                <a:path w="462915" h="301625">
                  <a:moveTo>
                    <a:pt x="144" y="301570"/>
                  </a:moveTo>
                  <a:lnTo>
                    <a:pt x="0" y="266968"/>
                  </a:lnTo>
                  <a:lnTo>
                    <a:pt x="462450" y="0"/>
                  </a:lnTo>
                  <a:lnTo>
                    <a:pt x="462594" y="34601"/>
                  </a:lnTo>
                  <a:lnTo>
                    <a:pt x="144" y="301570"/>
                  </a:lnTo>
                  <a:close/>
                </a:path>
              </a:pathLst>
            </a:custGeom>
            <a:solidFill>
              <a:srgbClr val="CBC7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2463401" y="1404829"/>
              <a:ext cx="2204720" cy="1423035"/>
            </a:xfrm>
            <a:custGeom>
              <a:avLst/>
              <a:gdLst/>
              <a:ahLst/>
              <a:cxnLst/>
              <a:rect l="l" t="t" r="r" b="b"/>
              <a:pathLst>
                <a:path w="2204719" h="1423035">
                  <a:moveTo>
                    <a:pt x="1742078" y="1422432"/>
                  </a:moveTo>
                  <a:lnTo>
                    <a:pt x="0" y="124797"/>
                  </a:lnTo>
                  <a:lnTo>
                    <a:pt x="216167" y="0"/>
                  </a:lnTo>
                  <a:lnTo>
                    <a:pt x="216311" y="144"/>
                  </a:lnTo>
                  <a:lnTo>
                    <a:pt x="2204528" y="1155463"/>
                  </a:lnTo>
                  <a:lnTo>
                    <a:pt x="1742078" y="1422432"/>
                  </a:lnTo>
                  <a:close/>
                </a:path>
              </a:pathLst>
            </a:custGeom>
            <a:solidFill>
              <a:srgbClr val="4E78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6634276" y="1370951"/>
              <a:ext cx="270510" cy="359410"/>
            </a:xfrm>
            <a:custGeom>
              <a:avLst/>
              <a:gdLst/>
              <a:ahLst/>
              <a:cxnLst/>
              <a:rect l="l" t="t" r="r" b="b"/>
              <a:pathLst>
                <a:path w="270509" h="359410">
                  <a:moveTo>
                    <a:pt x="106127" y="434"/>
                  </a:moveTo>
                  <a:lnTo>
                    <a:pt x="94554" y="434"/>
                  </a:lnTo>
                  <a:lnTo>
                    <a:pt x="96436" y="144"/>
                  </a:lnTo>
                  <a:lnTo>
                    <a:pt x="100490" y="144"/>
                  </a:lnTo>
                  <a:lnTo>
                    <a:pt x="100490" y="0"/>
                  </a:lnTo>
                  <a:lnTo>
                    <a:pt x="106127" y="434"/>
                  </a:lnTo>
                  <a:close/>
                </a:path>
                <a:path w="270509" h="359410">
                  <a:moveTo>
                    <a:pt x="198656" y="359046"/>
                  </a:moveTo>
                  <a:lnTo>
                    <a:pt x="207019" y="343853"/>
                  </a:lnTo>
                  <a:lnTo>
                    <a:pt x="213116" y="326109"/>
                  </a:lnTo>
                  <a:lnTo>
                    <a:pt x="216797" y="305868"/>
                  </a:lnTo>
                  <a:lnTo>
                    <a:pt x="217912" y="283183"/>
                  </a:lnTo>
                  <a:lnTo>
                    <a:pt x="211991" y="234520"/>
                  </a:lnTo>
                  <a:lnTo>
                    <a:pt x="196376" y="184611"/>
                  </a:lnTo>
                  <a:lnTo>
                    <a:pt x="172594" y="136615"/>
                  </a:lnTo>
                  <a:lnTo>
                    <a:pt x="142055" y="92732"/>
                  </a:lnTo>
                  <a:lnTo>
                    <a:pt x="106198" y="55404"/>
                  </a:lnTo>
                  <a:lnTo>
                    <a:pt x="66465" y="27073"/>
                  </a:lnTo>
                  <a:lnTo>
                    <a:pt x="17294" y="9258"/>
                  </a:lnTo>
                  <a:lnTo>
                    <a:pt x="1026" y="8007"/>
                  </a:lnTo>
                  <a:lnTo>
                    <a:pt x="0" y="8007"/>
                  </a:lnTo>
                  <a:lnTo>
                    <a:pt x="94554" y="289"/>
                  </a:lnTo>
                  <a:lnTo>
                    <a:pt x="94554" y="434"/>
                  </a:lnTo>
                  <a:lnTo>
                    <a:pt x="106127" y="434"/>
                  </a:lnTo>
                  <a:lnTo>
                    <a:pt x="112231" y="904"/>
                  </a:lnTo>
                  <a:lnTo>
                    <a:pt x="150876" y="14911"/>
                  </a:lnTo>
                  <a:lnTo>
                    <a:pt x="188150" y="42572"/>
                  </a:lnTo>
                  <a:lnTo>
                    <a:pt x="220663" y="79906"/>
                  </a:lnTo>
                  <a:lnTo>
                    <a:pt x="246470" y="123591"/>
                  </a:lnTo>
                  <a:lnTo>
                    <a:pt x="263625" y="170307"/>
                  </a:lnTo>
                  <a:lnTo>
                    <a:pt x="270180" y="216730"/>
                  </a:lnTo>
                  <a:lnTo>
                    <a:pt x="269343" y="234281"/>
                  </a:lnTo>
                  <a:lnTo>
                    <a:pt x="269332" y="234520"/>
                  </a:lnTo>
                  <a:lnTo>
                    <a:pt x="266434" y="250463"/>
                  </a:lnTo>
                  <a:lnTo>
                    <a:pt x="261609" y="264452"/>
                  </a:lnTo>
                  <a:lnTo>
                    <a:pt x="254978" y="276378"/>
                  </a:lnTo>
                  <a:lnTo>
                    <a:pt x="198656" y="359046"/>
                  </a:lnTo>
                  <a:close/>
                </a:path>
              </a:pathLst>
            </a:custGeom>
            <a:solidFill>
              <a:srgbClr val="372F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2305438" y="1959035"/>
              <a:ext cx="4182745" cy="2192020"/>
            </a:xfrm>
            <a:custGeom>
              <a:avLst/>
              <a:gdLst/>
              <a:ahLst/>
              <a:cxnLst/>
              <a:rect l="l" t="t" r="r" b="b"/>
              <a:pathLst>
                <a:path w="4182744" h="2192020">
                  <a:moveTo>
                    <a:pt x="164333" y="2191486"/>
                  </a:moveTo>
                  <a:lnTo>
                    <a:pt x="104934" y="2186527"/>
                  </a:lnTo>
                  <a:lnTo>
                    <a:pt x="61100" y="2179904"/>
                  </a:lnTo>
                  <a:lnTo>
                    <a:pt x="0" y="2163833"/>
                  </a:lnTo>
                  <a:lnTo>
                    <a:pt x="4182320" y="0"/>
                  </a:lnTo>
                  <a:lnTo>
                    <a:pt x="4178090" y="52210"/>
                  </a:lnTo>
                  <a:lnTo>
                    <a:pt x="4164765" y="95516"/>
                  </a:lnTo>
                  <a:lnTo>
                    <a:pt x="4143350" y="129321"/>
                  </a:lnTo>
                  <a:lnTo>
                    <a:pt x="1497822" y="1670724"/>
                  </a:lnTo>
                  <a:lnTo>
                    <a:pt x="1454014" y="1696369"/>
                  </a:lnTo>
                  <a:lnTo>
                    <a:pt x="1410435" y="1722420"/>
                  </a:lnTo>
                  <a:lnTo>
                    <a:pt x="1323724" y="1775338"/>
                  </a:lnTo>
                  <a:lnTo>
                    <a:pt x="1237205" y="1828675"/>
                  </a:lnTo>
                  <a:lnTo>
                    <a:pt x="1196861" y="1853151"/>
                  </a:lnTo>
                  <a:lnTo>
                    <a:pt x="1155355" y="1877390"/>
                  </a:lnTo>
                  <a:lnTo>
                    <a:pt x="1112776" y="1901313"/>
                  </a:lnTo>
                  <a:lnTo>
                    <a:pt x="1069212" y="1924841"/>
                  </a:lnTo>
                  <a:lnTo>
                    <a:pt x="1024752" y="1947895"/>
                  </a:lnTo>
                  <a:lnTo>
                    <a:pt x="979485" y="1970395"/>
                  </a:lnTo>
                  <a:lnTo>
                    <a:pt x="933498" y="1992263"/>
                  </a:lnTo>
                  <a:lnTo>
                    <a:pt x="886881" y="2013418"/>
                  </a:lnTo>
                  <a:lnTo>
                    <a:pt x="839720" y="2033783"/>
                  </a:lnTo>
                  <a:lnTo>
                    <a:pt x="792106" y="2053277"/>
                  </a:lnTo>
                  <a:lnTo>
                    <a:pt x="744126" y="2071822"/>
                  </a:lnTo>
                  <a:lnTo>
                    <a:pt x="695868" y="2089338"/>
                  </a:lnTo>
                  <a:lnTo>
                    <a:pt x="647421" y="2105747"/>
                  </a:lnTo>
                  <a:lnTo>
                    <a:pt x="598874" y="2120968"/>
                  </a:lnTo>
                  <a:lnTo>
                    <a:pt x="550315" y="2134924"/>
                  </a:lnTo>
                  <a:lnTo>
                    <a:pt x="501831" y="2147534"/>
                  </a:lnTo>
                  <a:lnTo>
                    <a:pt x="453513" y="2158719"/>
                  </a:lnTo>
                  <a:lnTo>
                    <a:pt x="405447" y="2168401"/>
                  </a:lnTo>
                  <a:lnTo>
                    <a:pt x="357723" y="2176501"/>
                  </a:lnTo>
                  <a:lnTo>
                    <a:pt x="310428" y="2182938"/>
                  </a:lnTo>
                  <a:lnTo>
                    <a:pt x="263651" y="2187634"/>
                  </a:lnTo>
                  <a:lnTo>
                    <a:pt x="217482" y="2190510"/>
                  </a:lnTo>
                  <a:lnTo>
                    <a:pt x="164333" y="2191486"/>
                  </a:lnTo>
                  <a:close/>
                </a:path>
              </a:pathLst>
            </a:custGeom>
            <a:solidFill>
              <a:srgbClr val="2F5B9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2305438" y="1378914"/>
              <a:ext cx="4547235" cy="2744470"/>
            </a:xfrm>
            <a:custGeom>
              <a:avLst/>
              <a:gdLst/>
              <a:ahLst/>
              <a:cxnLst/>
              <a:rect l="l" t="t" r="r" b="b"/>
              <a:pathLst>
                <a:path w="4547234" h="2744470">
                  <a:moveTo>
                    <a:pt x="0" y="2743954"/>
                  </a:moveTo>
                  <a:lnTo>
                    <a:pt x="8881" y="2700848"/>
                  </a:lnTo>
                  <a:lnTo>
                    <a:pt x="26822" y="2649899"/>
                  </a:lnTo>
                  <a:lnTo>
                    <a:pt x="59378" y="2581382"/>
                  </a:lnTo>
                  <a:lnTo>
                    <a:pt x="110762" y="2496820"/>
                  </a:lnTo>
                  <a:lnTo>
                    <a:pt x="132566" y="2463548"/>
                  </a:lnTo>
                  <a:lnTo>
                    <a:pt x="153582" y="2429680"/>
                  </a:lnTo>
                  <a:lnTo>
                    <a:pt x="174002" y="2395431"/>
                  </a:lnTo>
                  <a:lnTo>
                    <a:pt x="194014" y="2361019"/>
                  </a:lnTo>
                  <a:lnTo>
                    <a:pt x="208776" y="2336438"/>
                  </a:lnTo>
                  <a:lnTo>
                    <a:pt x="246610" y="2279961"/>
                  </a:lnTo>
                  <a:lnTo>
                    <a:pt x="269652" y="2248759"/>
                  </a:lnTo>
                  <a:lnTo>
                    <a:pt x="295421" y="2216043"/>
                  </a:lnTo>
                  <a:lnTo>
                    <a:pt x="323904" y="2182161"/>
                  </a:lnTo>
                  <a:lnTo>
                    <a:pt x="355085" y="2147459"/>
                  </a:lnTo>
                  <a:lnTo>
                    <a:pt x="388947" y="2112285"/>
                  </a:lnTo>
                  <a:lnTo>
                    <a:pt x="425475" y="2076985"/>
                  </a:lnTo>
                  <a:lnTo>
                    <a:pt x="464653" y="2041907"/>
                  </a:lnTo>
                  <a:lnTo>
                    <a:pt x="506466" y="2007396"/>
                  </a:lnTo>
                  <a:lnTo>
                    <a:pt x="550898" y="1973800"/>
                  </a:lnTo>
                  <a:lnTo>
                    <a:pt x="597934" y="1941467"/>
                  </a:lnTo>
                  <a:lnTo>
                    <a:pt x="647558" y="1910742"/>
                  </a:lnTo>
                  <a:lnTo>
                    <a:pt x="699754" y="1881972"/>
                  </a:lnTo>
                  <a:lnTo>
                    <a:pt x="754506" y="1855506"/>
                  </a:lnTo>
                  <a:lnTo>
                    <a:pt x="811799" y="1831688"/>
                  </a:lnTo>
                  <a:lnTo>
                    <a:pt x="871618" y="1810867"/>
                  </a:lnTo>
                  <a:lnTo>
                    <a:pt x="919277" y="1795256"/>
                  </a:lnTo>
                  <a:lnTo>
                    <a:pt x="966516" y="1778497"/>
                  </a:lnTo>
                  <a:lnTo>
                    <a:pt x="1013252" y="1760472"/>
                  </a:lnTo>
                  <a:lnTo>
                    <a:pt x="1059399" y="1741062"/>
                  </a:lnTo>
                  <a:lnTo>
                    <a:pt x="1104875" y="1720148"/>
                  </a:lnTo>
                  <a:lnTo>
                    <a:pt x="1149597" y="1697610"/>
                  </a:lnTo>
                  <a:lnTo>
                    <a:pt x="1193480" y="1673330"/>
                  </a:lnTo>
                  <a:lnTo>
                    <a:pt x="3787196" y="169533"/>
                  </a:lnTo>
                  <a:lnTo>
                    <a:pt x="3787481" y="169335"/>
                  </a:lnTo>
                  <a:lnTo>
                    <a:pt x="3794899" y="165321"/>
                  </a:lnTo>
                  <a:lnTo>
                    <a:pt x="3794654" y="165321"/>
                  </a:lnTo>
                  <a:lnTo>
                    <a:pt x="3838616" y="141665"/>
                  </a:lnTo>
                  <a:lnTo>
                    <a:pt x="3885547" y="118355"/>
                  </a:lnTo>
                  <a:lnTo>
                    <a:pt x="3932364" y="97233"/>
                  </a:lnTo>
                  <a:lnTo>
                    <a:pt x="3979246" y="78244"/>
                  </a:lnTo>
                  <a:lnTo>
                    <a:pt x="4026369" y="61333"/>
                  </a:lnTo>
                  <a:lnTo>
                    <a:pt x="4073909" y="46445"/>
                  </a:lnTo>
                  <a:lnTo>
                    <a:pt x="4122044" y="33525"/>
                  </a:lnTo>
                  <a:lnTo>
                    <a:pt x="4170950" y="22519"/>
                  </a:lnTo>
                  <a:lnTo>
                    <a:pt x="4220805" y="13372"/>
                  </a:lnTo>
                  <a:lnTo>
                    <a:pt x="4271785" y="6028"/>
                  </a:lnTo>
                  <a:lnTo>
                    <a:pt x="4324067" y="434"/>
                  </a:lnTo>
                  <a:lnTo>
                    <a:pt x="4328701" y="144"/>
                  </a:lnTo>
                  <a:lnTo>
                    <a:pt x="4331017" y="144"/>
                  </a:lnTo>
                  <a:lnTo>
                    <a:pt x="4330872" y="0"/>
                  </a:lnTo>
                  <a:lnTo>
                    <a:pt x="4378190" y="10566"/>
                  </a:lnTo>
                  <a:lnTo>
                    <a:pt x="4435036" y="47236"/>
                  </a:lnTo>
                  <a:lnTo>
                    <a:pt x="4470892" y="84528"/>
                  </a:lnTo>
                  <a:lnTo>
                    <a:pt x="4501431" y="128398"/>
                  </a:lnTo>
                  <a:lnTo>
                    <a:pt x="4519722" y="165321"/>
                  </a:lnTo>
                  <a:lnTo>
                    <a:pt x="3794899" y="165321"/>
                  </a:lnTo>
                  <a:lnTo>
                    <a:pt x="3791548" y="167039"/>
                  </a:lnTo>
                  <a:lnTo>
                    <a:pt x="4520573" y="167039"/>
                  </a:lnTo>
                  <a:lnTo>
                    <a:pt x="4525214" y="176407"/>
                  </a:lnTo>
                  <a:lnTo>
                    <a:pt x="4540800" y="226113"/>
                  </a:lnTo>
                  <a:lnTo>
                    <a:pt x="4546750" y="275075"/>
                  </a:lnTo>
                  <a:lnTo>
                    <a:pt x="4182320" y="580120"/>
                  </a:lnTo>
                  <a:lnTo>
                    <a:pt x="1400670" y="2193223"/>
                  </a:lnTo>
                  <a:lnTo>
                    <a:pt x="1384951" y="2203425"/>
                  </a:lnTo>
                  <a:lnTo>
                    <a:pt x="1307138" y="2251902"/>
                  </a:lnTo>
                  <a:lnTo>
                    <a:pt x="1247521" y="2287361"/>
                  </a:lnTo>
                  <a:lnTo>
                    <a:pt x="1213078" y="2307281"/>
                  </a:lnTo>
                  <a:lnTo>
                    <a:pt x="1175750" y="2328426"/>
                  </a:lnTo>
                  <a:lnTo>
                    <a:pt x="1135694" y="2350620"/>
                  </a:lnTo>
                  <a:lnTo>
                    <a:pt x="1093064" y="2373687"/>
                  </a:lnTo>
                  <a:lnTo>
                    <a:pt x="1048014" y="2397452"/>
                  </a:lnTo>
                  <a:lnTo>
                    <a:pt x="1000700" y="2421739"/>
                  </a:lnTo>
                  <a:lnTo>
                    <a:pt x="951277" y="2446371"/>
                  </a:lnTo>
                  <a:lnTo>
                    <a:pt x="899899" y="2471173"/>
                  </a:lnTo>
                  <a:lnTo>
                    <a:pt x="846722" y="2495969"/>
                  </a:lnTo>
                  <a:lnTo>
                    <a:pt x="791899" y="2520583"/>
                  </a:lnTo>
                  <a:lnTo>
                    <a:pt x="735587" y="2544839"/>
                  </a:lnTo>
                  <a:lnTo>
                    <a:pt x="677940" y="2568561"/>
                  </a:lnTo>
                  <a:lnTo>
                    <a:pt x="619113" y="2591573"/>
                  </a:lnTo>
                  <a:lnTo>
                    <a:pt x="559260" y="2613699"/>
                  </a:lnTo>
                  <a:lnTo>
                    <a:pt x="498537" y="2634764"/>
                  </a:lnTo>
                  <a:lnTo>
                    <a:pt x="437098" y="2654591"/>
                  </a:lnTo>
                  <a:lnTo>
                    <a:pt x="375098" y="2673005"/>
                  </a:lnTo>
                  <a:lnTo>
                    <a:pt x="312693" y="2689829"/>
                  </a:lnTo>
                  <a:lnTo>
                    <a:pt x="250037" y="2704889"/>
                  </a:lnTo>
                  <a:lnTo>
                    <a:pt x="187284" y="2718007"/>
                  </a:lnTo>
                  <a:lnTo>
                    <a:pt x="124591" y="2729007"/>
                  </a:lnTo>
                  <a:lnTo>
                    <a:pt x="62111" y="2737715"/>
                  </a:lnTo>
                  <a:lnTo>
                    <a:pt x="0" y="2743954"/>
                  </a:lnTo>
                  <a:close/>
                </a:path>
                <a:path w="4547234" h="2744470">
                  <a:moveTo>
                    <a:pt x="3790089" y="167796"/>
                  </a:moveTo>
                  <a:lnTo>
                    <a:pt x="3789860" y="167796"/>
                  </a:lnTo>
                  <a:lnTo>
                    <a:pt x="3790701" y="167473"/>
                  </a:lnTo>
                  <a:lnTo>
                    <a:pt x="3790089" y="167796"/>
                  </a:lnTo>
                  <a:close/>
                </a:path>
              </a:pathLst>
            </a:custGeom>
            <a:solidFill>
              <a:srgbClr val="81A6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4566289" y="3036753"/>
              <a:ext cx="2234565" cy="1048385"/>
            </a:xfrm>
            <a:custGeom>
              <a:avLst/>
              <a:gdLst/>
              <a:ahLst/>
              <a:cxnLst/>
              <a:rect l="l" t="t" r="r" b="b"/>
              <a:pathLst>
                <a:path w="2234565" h="1048385">
                  <a:moveTo>
                    <a:pt x="2234355" y="1047894"/>
                  </a:moveTo>
                  <a:lnTo>
                    <a:pt x="0" y="34601"/>
                  </a:lnTo>
                  <a:lnTo>
                    <a:pt x="0" y="0"/>
                  </a:lnTo>
                  <a:lnTo>
                    <a:pt x="2234355" y="1013147"/>
                  </a:lnTo>
                  <a:lnTo>
                    <a:pt x="2234355" y="1047894"/>
                  </a:lnTo>
                  <a:close/>
                </a:path>
              </a:pathLst>
            </a:custGeom>
            <a:solidFill>
              <a:srgbClr val="F5F5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6800645" y="3924959"/>
              <a:ext cx="216535" cy="160020"/>
            </a:xfrm>
            <a:custGeom>
              <a:avLst/>
              <a:gdLst/>
              <a:ahLst/>
              <a:cxnLst/>
              <a:rect l="l" t="t" r="r" b="b"/>
              <a:pathLst>
                <a:path w="216534" h="160020">
                  <a:moveTo>
                    <a:pt x="0" y="159544"/>
                  </a:moveTo>
                  <a:lnTo>
                    <a:pt x="0" y="124797"/>
                  </a:lnTo>
                  <a:lnTo>
                    <a:pt x="216167" y="0"/>
                  </a:lnTo>
                  <a:lnTo>
                    <a:pt x="216167" y="34746"/>
                  </a:lnTo>
                  <a:lnTo>
                    <a:pt x="0" y="159544"/>
                  </a:lnTo>
                  <a:close/>
                </a:path>
              </a:pathLst>
            </a:custGeom>
            <a:solidFill>
              <a:srgbClr val="CBC7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4566434" y="2769785"/>
              <a:ext cx="2451100" cy="1280160"/>
            </a:xfrm>
            <a:custGeom>
              <a:avLst/>
              <a:gdLst/>
              <a:ahLst/>
              <a:cxnLst/>
              <a:rect l="l" t="t" r="r" b="b"/>
              <a:pathLst>
                <a:path w="2451100" h="1280160">
                  <a:moveTo>
                    <a:pt x="2234355" y="1280116"/>
                  </a:moveTo>
                  <a:lnTo>
                    <a:pt x="0" y="266968"/>
                  </a:lnTo>
                  <a:lnTo>
                    <a:pt x="462160" y="0"/>
                  </a:lnTo>
                  <a:lnTo>
                    <a:pt x="2450522" y="1155318"/>
                  </a:lnTo>
                  <a:lnTo>
                    <a:pt x="2234355" y="1280116"/>
                  </a:lnTo>
                  <a:close/>
                </a:path>
              </a:pathLst>
            </a:custGeom>
            <a:solidFill>
              <a:srgbClr val="4E78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6420289" y="1653990"/>
              <a:ext cx="431800" cy="458470"/>
            </a:xfrm>
            <a:custGeom>
              <a:avLst/>
              <a:gdLst/>
              <a:ahLst/>
              <a:cxnLst/>
              <a:rect l="l" t="t" r="r" b="b"/>
              <a:pathLst>
                <a:path w="431800" h="458469">
                  <a:moveTo>
                    <a:pt x="0" y="458218"/>
                  </a:moveTo>
                  <a:lnTo>
                    <a:pt x="67470" y="305189"/>
                  </a:lnTo>
                  <a:lnTo>
                    <a:pt x="67470" y="305044"/>
                  </a:lnTo>
                  <a:lnTo>
                    <a:pt x="431755" y="0"/>
                  </a:lnTo>
                  <a:lnTo>
                    <a:pt x="426904" y="42835"/>
                  </a:lnTo>
                  <a:lnTo>
                    <a:pt x="381104" y="119297"/>
                  </a:lnTo>
                  <a:lnTo>
                    <a:pt x="349259" y="160135"/>
                  </a:lnTo>
                  <a:lnTo>
                    <a:pt x="316391" y="199084"/>
                  </a:lnTo>
                  <a:lnTo>
                    <a:pt x="282361" y="236275"/>
                  </a:lnTo>
                  <a:lnTo>
                    <a:pt x="247031" y="271836"/>
                  </a:lnTo>
                  <a:lnTo>
                    <a:pt x="210263" y="305897"/>
                  </a:lnTo>
                  <a:lnTo>
                    <a:pt x="171917" y="338587"/>
                  </a:lnTo>
                  <a:lnTo>
                    <a:pt x="131857" y="370035"/>
                  </a:lnTo>
                  <a:lnTo>
                    <a:pt x="89942" y="400370"/>
                  </a:lnTo>
                  <a:lnTo>
                    <a:pt x="46036" y="429721"/>
                  </a:lnTo>
                  <a:lnTo>
                    <a:pt x="0" y="458218"/>
                  </a:lnTo>
                  <a:close/>
                </a:path>
              </a:pathLst>
            </a:custGeom>
            <a:solidFill>
              <a:srgbClr val="2F5B9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6195290" y="1272938"/>
              <a:ext cx="807720" cy="647700"/>
            </a:xfrm>
            <a:custGeom>
              <a:avLst/>
              <a:gdLst/>
              <a:ahLst/>
              <a:cxnLst/>
              <a:rect l="l" t="t" r="r" b="b"/>
              <a:pathLst>
                <a:path w="807719" h="647700">
                  <a:moveTo>
                    <a:pt x="17519" y="647441"/>
                  </a:moveTo>
                  <a:lnTo>
                    <a:pt x="0" y="619065"/>
                  </a:lnTo>
                  <a:lnTo>
                    <a:pt x="789813" y="0"/>
                  </a:lnTo>
                  <a:lnTo>
                    <a:pt x="807332" y="28231"/>
                  </a:lnTo>
                  <a:lnTo>
                    <a:pt x="17519" y="647441"/>
                  </a:lnTo>
                  <a:close/>
                </a:path>
              </a:pathLst>
            </a:custGeom>
            <a:solidFill>
              <a:srgbClr val="F5F5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6984958" y="1185348"/>
              <a:ext cx="182880" cy="116205"/>
            </a:xfrm>
            <a:custGeom>
              <a:avLst/>
              <a:gdLst/>
              <a:ahLst/>
              <a:cxnLst/>
              <a:rect l="l" t="t" r="r" b="b"/>
              <a:pathLst>
                <a:path w="182880" h="116205">
                  <a:moveTo>
                    <a:pt x="17519" y="115676"/>
                  </a:moveTo>
                  <a:lnTo>
                    <a:pt x="0" y="87445"/>
                  </a:lnTo>
                  <a:lnTo>
                    <a:pt x="164912" y="0"/>
                  </a:lnTo>
                  <a:lnTo>
                    <a:pt x="182431" y="28086"/>
                  </a:lnTo>
                  <a:lnTo>
                    <a:pt x="17519" y="115676"/>
                  </a:lnTo>
                  <a:close/>
                </a:path>
              </a:pathLst>
            </a:custGeom>
            <a:solidFill>
              <a:srgbClr val="D5DE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6212664" y="1213579"/>
              <a:ext cx="955040" cy="707390"/>
            </a:xfrm>
            <a:custGeom>
              <a:avLst/>
              <a:gdLst/>
              <a:ahLst/>
              <a:cxnLst/>
              <a:rect l="l" t="t" r="r" b="b"/>
              <a:pathLst>
                <a:path w="955040" h="707389">
                  <a:moveTo>
                    <a:pt x="0" y="706800"/>
                  </a:moveTo>
                  <a:lnTo>
                    <a:pt x="789813" y="87590"/>
                  </a:lnTo>
                  <a:lnTo>
                    <a:pt x="954726" y="0"/>
                  </a:lnTo>
                  <a:lnTo>
                    <a:pt x="434506" y="475736"/>
                  </a:lnTo>
                  <a:lnTo>
                    <a:pt x="0" y="706800"/>
                  </a:lnTo>
                  <a:close/>
                </a:path>
              </a:pathLst>
            </a:custGeom>
            <a:solidFill>
              <a:srgbClr val="81A6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5540273" y="1416267"/>
              <a:ext cx="1016635" cy="636905"/>
            </a:xfrm>
            <a:custGeom>
              <a:avLst/>
              <a:gdLst/>
              <a:ahLst/>
              <a:cxnLst/>
              <a:rect l="l" t="t" r="r" b="b"/>
              <a:pathLst>
                <a:path w="1016634" h="636905">
                  <a:moveTo>
                    <a:pt x="216746" y="636583"/>
                  </a:moveTo>
                  <a:lnTo>
                    <a:pt x="0" y="334723"/>
                  </a:lnTo>
                  <a:lnTo>
                    <a:pt x="254391" y="186762"/>
                  </a:lnTo>
                  <a:lnTo>
                    <a:pt x="301194" y="160973"/>
                  </a:lnTo>
                  <a:lnTo>
                    <a:pt x="349044" y="137339"/>
                  </a:lnTo>
                  <a:lnTo>
                    <a:pt x="397875" y="115893"/>
                  </a:lnTo>
                  <a:lnTo>
                    <a:pt x="447623" y="96668"/>
                  </a:lnTo>
                  <a:lnTo>
                    <a:pt x="498223" y="79694"/>
                  </a:lnTo>
                  <a:lnTo>
                    <a:pt x="549612" y="65004"/>
                  </a:lnTo>
                  <a:lnTo>
                    <a:pt x="799369" y="0"/>
                  </a:lnTo>
                  <a:lnTo>
                    <a:pt x="822142" y="2715"/>
                  </a:lnTo>
                  <a:lnTo>
                    <a:pt x="864228" y="19501"/>
                  </a:lnTo>
                  <a:lnTo>
                    <a:pt x="915163" y="46600"/>
                  </a:lnTo>
                  <a:lnTo>
                    <a:pt x="964480" y="80249"/>
                  </a:lnTo>
                  <a:lnTo>
                    <a:pt x="1001716" y="116689"/>
                  </a:lnTo>
                  <a:lnTo>
                    <a:pt x="1016405" y="152160"/>
                  </a:lnTo>
                  <a:lnTo>
                    <a:pt x="1016115" y="172863"/>
                  </a:lnTo>
                  <a:lnTo>
                    <a:pt x="216746" y="636583"/>
                  </a:lnTo>
                  <a:close/>
                </a:path>
              </a:pathLst>
            </a:custGeom>
            <a:solidFill>
              <a:srgbClr val="D5DE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5508853" y="1743752"/>
              <a:ext cx="248920" cy="309245"/>
            </a:xfrm>
            <a:custGeom>
              <a:avLst/>
              <a:gdLst/>
              <a:ahLst/>
              <a:cxnLst/>
              <a:rect l="l" t="t" r="r" b="b"/>
              <a:pathLst>
                <a:path w="248919" h="309244">
                  <a:moveTo>
                    <a:pt x="248165" y="309098"/>
                  </a:moveTo>
                  <a:lnTo>
                    <a:pt x="226883" y="284735"/>
                  </a:lnTo>
                  <a:lnTo>
                    <a:pt x="170758" y="231136"/>
                  </a:lnTo>
                  <a:lnTo>
                    <a:pt x="91367" y="177537"/>
                  </a:lnTo>
                  <a:lnTo>
                    <a:pt x="289" y="153173"/>
                  </a:lnTo>
                  <a:lnTo>
                    <a:pt x="0" y="153173"/>
                  </a:lnTo>
                  <a:lnTo>
                    <a:pt x="217" y="94942"/>
                  </a:lnTo>
                  <a:lnTo>
                    <a:pt x="4671" y="43693"/>
                  </a:lnTo>
                  <a:lnTo>
                    <a:pt x="35371" y="5214"/>
                  </a:lnTo>
                  <a:lnTo>
                    <a:pt x="59218" y="144"/>
                  </a:lnTo>
                  <a:lnTo>
                    <a:pt x="59218" y="0"/>
                  </a:lnTo>
                  <a:lnTo>
                    <a:pt x="106853" y="14477"/>
                  </a:lnTo>
                  <a:lnTo>
                    <a:pt x="142615" y="35180"/>
                  </a:lnTo>
                  <a:lnTo>
                    <a:pt x="176112" y="60749"/>
                  </a:lnTo>
                  <a:lnTo>
                    <a:pt x="205223" y="94942"/>
                  </a:lnTo>
                  <a:lnTo>
                    <a:pt x="228170" y="134708"/>
                  </a:lnTo>
                  <a:lnTo>
                    <a:pt x="243174" y="176997"/>
                  </a:lnTo>
                  <a:lnTo>
                    <a:pt x="248454" y="218757"/>
                  </a:lnTo>
                  <a:lnTo>
                    <a:pt x="248243" y="284735"/>
                  </a:lnTo>
                  <a:lnTo>
                    <a:pt x="248165" y="309098"/>
                  </a:lnTo>
                  <a:close/>
                </a:path>
              </a:pathLst>
            </a:custGeom>
            <a:solidFill>
              <a:srgbClr val="F5F5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5530282" y="1765034"/>
              <a:ext cx="206375" cy="264160"/>
            </a:xfrm>
            <a:custGeom>
              <a:avLst/>
              <a:gdLst/>
              <a:ahLst/>
              <a:cxnLst/>
              <a:rect l="l" t="t" r="r" b="b"/>
              <a:pathLst>
                <a:path w="206375" h="264160">
                  <a:moveTo>
                    <a:pt x="205742" y="263783"/>
                  </a:moveTo>
                  <a:lnTo>
                    <a:pt x="178257" y="235833"/>
                  </a:lnTo>
                  <a:lnTo>
                    <a:pt x="141952" y="203804"/>
                  </a:lnTo>
                  <a:lnTo>
                    <a:pt x="98816" y="172719"/>
                  </a:lnTo>
                  <a:lnTo>
                    <a:pt x="50836" y="147605"/>
                  </a:lnTo>
                  <a:lnTo>
                    <a:pt x="0" y="133484"/>
                  </a:lnTo>
                  <a:lnTo>
                    <a:pt x="260" y="62496"/>
                  </a:lnTo>
                  <a:lnTo>
                    <a:pt x="6406" y="21083"/>
                  </a:lnTo>
                  <a:lnTo>
                    <a:pt x="37934" y="0"/>
                  </a:lnTo>
                  <a:lnTo>
                    <a:pt x="37788" y="0"/>
                  </a:lnTo>
                  <a:lnTo>
                    <a:pt x="74854" y="11871"/>
                  </a:lnTo>
                  <a:lnTo>
                    <a:pt x="110617" y="32430"/>
                  </a:lnTo>
                  <a:lnTo>
                    <a:pt x="147391" y="62496"/>
                  </a:lnTo>
                  <a:lnTo>
                    <a:pt x="177744" y="103895"/>
                  </a:lnTo>
                  <a:lnTo>
                    <a:pt x="198351" y="150859"/>
                  </a:lnTo>
                  <a:lnTo>
                    <a:pt x="205887" y="197620"/>
                  </a:lnTo>
                  <a:lnTo>
                    <a:pt x="205803" y="235833"/>
                  </a:lnTo>
                  <a:lnTo>
                    <a:pt x="205742" y="263783"/>
                  </a:lnTo>
                  <a:close/>
                </a:path>
              </a:pathLst>
            </a:custGeom>
            <a:solidFill>
              <a:srgbClr val="81A6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3730144" y="1999572"/>
              <a:ext cx="1802764" cy="1041400"/>
            </a:xfrm>
            <a:custGeom>
              <a:avLst/>
              <a:gdLst/>
              <a:ahLst/>
              <a:cxnLst/>
              <a:rect l="l" t="t" r="r" b="b"/>
              <a:pathLst>
                <a:path w="1802765" h="1041400">
                  <a:moveTo>
                    <a:pt x="30405" y="1040800"/>
                  </a:moveTo>
                  <a:lnTo>
                    <a:pt x="0" y="1022992"/>
                  </a:lnTo>
                  <a:lnTo>
                    <a:pt x="1772049" y="0"/>
                  </a:lnTo>
                  <a:lnTo>
                    <a:pt x="1802599" y="17662"/>
                  </a:lnTo>
                  <a:lnTo>
                    <a:pt x="30405" y="1040800"/>
                  </a:lnTo>
                  <a:close/>
                </a:path>
              </a:pathLst>
            </a:custGeom>
            <a:solidFill>
              <a:srgbClr val="F5F5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2659588" y="3226556"/>
              <a:ext cx="538480" cy="370205"/>
            </a:xfrm>
            <a:custGeom>
              <a:avLst/>
              <a:gdLst/>
              <a:ahLst/>
              <a:cxnLst/>
              <a:rect l="l" t="t" r="r" b="b"/>
              <a:pathLst>
                <a:path w="538480" h="370204">
                  <a:moveTo>
                    <a:pt x="14478" y="369759"/>
                  </a:moveTo>
                  <a:lnTo>
                    <a:pt x="7940" y="368280"/>
                  </a:lnTo>
                  <a:lnTo>
                    <a:pt x="2895" y="364330"/>
                  </a:lnTo>
                  <a:lnTo>
                    <a:pt x="22" y="358643"/>
                  </a:lnTo>
                  <a:lnTo>
                    <a:pt x="0" y="351952"/>
                  </a:lnTo>
                  <a:lnTo>
                    <a:pt x="11102" y="324672"/>
                  </a:lnTo>
                  <a:lnTo>
                    <a:pt x="60852" y="259873"/>
                  </a:lnTo>
                  <a:lnTo>
                    <a:pt x="96841" y="224422"/>
                  </a:lnTo>
                  <a:lnTo>
                    <a:pt x="138467" y="188315"/>
                  </a:lnTo>
                  <a:lnTo>
                    <a:pt x="184399" y="152586"/>
                  </a:lnTo>
                  <a:lnTo>
                    <a:pt x="233310" y="118266"/>
                  </a:lnTo>
                  <a:lnTo>
                    <a:pt x="283869" y="86392"/>
                  </a:lnTo>
                  <a:lnTo>
                    <a:pt x="334747" y="57994"/>
                  </a:lnTo>
                  <a:lnTo>
                    <a:pt x="384615" y="34109"/>
                  </a:lnTo>
                  <a:lnTo>
                    <a:pt x="432143" y="15768"/>
                  </a:lnTo>
                  <a:lnTo>
                    <a:pt x="476002" y="4005"/>
                  </a:lnTo>
                  <a:lnTo>
                    <a:pt x="514718" y="0"/>
                  </a:lnTo>
                  <a:lnTo>
                    <a:pt x="519061" y="0"/>
                  </a:lnTo>
                  <a:lnTo>
                    <a:pt x="533106" y="1013"/>
                  </a:lnTo>
                  <a:lnTo>
                    <a:pt x="537884" y="6514"/>
                  </a:lnTo>
                  <a:lnTo>
                    <a:pt x="537594" y="12450"/>
                  </a:lnTo>
                  <a:lnTo>
                    <a:pt x="512493" y="80754"/>
                  </a:lnTo>
                  <a:lnTo>
                    <a:pt x="485834" y="115680"/>
                  </a:lnTo>
                  <a:lnTo>
                    <a:pt x="451688" y="150412"/>
                  </a:lnTo>
                  <a:lnTo>
                    <a:pt x="411494" y="184416"/>
                  </a:lnTo>
                  <a:lnTo>
                    <a:pt x="366689" y="217160"/>
                  </a:lnTo>
                  <a:lnTo>
                    <a:pt x="318712" y="248111"/>
                  </a:lnTo>
                  <a:lnTo>
                    <a:pt x="269003" y="276734"/>
                  </a:lnTo>
                  <a:lnTo>
                    <a:pt x="218999" y="302498"/>
                  </a:lnTo>
                  <a:lnTo>
                    <a:pt x="170139" y="324868"/>
                  </a:lnTo>
                  <a:lnTo>
                    <a:pt x="123862" y="343313"/>
                  </a:lnTo>
                  <a:lnTo>
                    <a:pt x="81606" y="357298"/>
                  </a:lnTo>
                  <a:lnTo>
                    <a:pt x="14478" y="369759"/>
                  </a:lnTo>
                  <a:close/>
                </a:path>
              </a:pathLst>
            </a:custGeom>
            <a:solidFill>
              <a:srgbClr val="81A6CD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59174" y="9258175"/>
            <a:ext cx="1028825" cy="102882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863418" cy="155617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8416" y="2996536"/>
            <a:ext cx="17049583" cy="4313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37699" y="699807"/>
            <a:ext cx="233235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>
                <a:solidFill>
                  <a:srgbClr val="ABBCC8"/>
                </a:solidFill>
              </a:rPr>
              <a:t>DEFINITION</a:t>
            </a:r>
            <a:endParaRPr sz="3200"/>
          </a:p>
        </p:txBody>
      </p:sp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10361" y="1901621"/>
            <a:ext cx="124124" cy="12412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39573" y="4494261"/>
            <a:ext cx="95250" cy="9524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39573" y="6523087"/>
            <a:ext cx="95250" cy="9524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63373" y="8551911"/>
            <a:ext cx="95250" cy="95249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850644" y="1667979"/>
            <a:ext cx="15923894" cy="710565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891540" marR="5080">
              <a:lnSpc>
                <a:spcPts val="3810"/>
              </a:lnSpc>
              <a:spcBef>
                <a:spcPts val="254"/>
              </a:spcBef>
            </a:pPr>
            <a:r>
              <a:rPr dirty="0" sz="3200" b="1">
                <a:solidFill>
                  <a:srgbClr val="ABBCC8"/>
                </a:solidFill>
                <a:latin typeface="Arial"/>
                <a:cs typeface="Arial"/>
              </a:rPr>
              <a:t>Drones</a:t>
            </a:r>
            <a:r>
              <a:rPr dirty="0" sz="3200" spc="-30" b="1">
                <a:solidFill>
                  <a:srgbClr val="ABBCC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ABBCC8"/>
                </a:solidFill>
                <a:latin typeface="Arial"/>
                <a:cs typeface="Arial"/>
              </a:rPr>
              <a:t>(unmanned</a:t>
            </a:r>
            <a:r>
              <a:rPr dirty="0" sz="3200" spc="-30" b="1">
                <a:solidFill>
                  <a:srgbClr val="ABBCC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ABBCC8"/>
                </a:solidFill>
                <a:latin typeface="Arial"/>
                <a:cs typeface="Arial"/>
              </a:rPr>
              <a:t>aerial</a:t>
            </a:r>
            <a:r>
              <a:rPr dirty="0" sz="3200" spc="-30" b="1">
                <a:solidFill>
                  <a:srgbClr val="ABBCC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ABBCC8"/>
                </a:solidFill>
                <a:latin typeface="Arial"/>
                <a:cs typeface="Arial"/>
              </a:rPr>
              <a:t>vehicles)</a:t>
            </a:r>
            <a:r>
              <a:rPr dirty="0" sz="3200" spc="-30" b="1">
                <a:solidFill>
                  <a:srgbClr val="ABBCC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ABBCC8"/>
                </a:solidFill>
                <a:latin typeface="Arial"/>
                <a:cs typeface="Arial"/>
              </a:rPr>
              <a:t>equipped</a:t>
            </a:r>
            <a:r>
              <a:rPr dirty="0" sz="3200" spc="-30" b="1">
                <a:solidFill>
                  <a:srgbClr val="ABBCC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ABBCC8"/>
                </a:solidFill>
                <a:latin typeface="Arial"/>
                <a:cs typeface="Arial"/>
              </a:rPr>
              <a:t>with</a:t>
            </a:r>
            <a:r>
              <a:rPr dirty="0" sz="3200" spc="-30" b="1">
                <a:solidFill>
                  <a:srgbClr val="ABBCC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ABBCC8"/>
                </a:solidFill>
                <a:latin typeface="Arial"/>
                <a:cs typeface="Arial"/>
              </a:rPr>
              <a:t>AI</a:t>
            </a:r>
            <a:r>
              <a:rPr dirty="0" sz="3200" spc="-30" b="1">
                <a:solidFill>
                  <a:srgbClr val="ABBCC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ABBCC8"/>
                </a:solidFill>
                <a:latin typeface="Arial"/>
                <a:cs typeface="Arial"/>
              </a:rPr>
              <a:t>for</a:t>
            </a:r>
            <a:r>
              <a:rPr dirty="0" sz="3200" spc="-30" b="1">
                <a:solidFill>
                  <a:srgbClr val="ABBCC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ABBCC8"/>
                </a:solidFill>
                <a:latin typeface="Arial"/>
                <a:cs typeface="Arial"/>
              </a:rPr>
              <a:t>autonomous</a:t>
            </a:r>
            <a:r>
              <a:rPr dirty="0" sz="3200" spc="-30" b="1">
                <a:solidFill>
                  <a:srgbClr val="ABBCC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ABBCC8"/>
                </a:solidFill>
                <a:latin typeface="Arial"/>
                <a:cs typeface="Arial"/>
              </a:rPr>
              <a:t>or</a:t>
            </a:r>
            <a:r>
              <a:rPr dirty="0" sz="3200" spc="-25" b="1">
                <a:solidFill>
                  <a:srgbClr val="ABBCC8"/>
                </a:solidFill>
                <a:latin typeface="Arial"/>
                <a:cs typeface="Arial"/>
              </a:rPr>
              <a:t> </a:t>
            </a:r>
            <a:r>
              <a:rPr dirty="0" sz="3200" spc="-20" b="1">
                <a:solidFill>
                  <a:srgbClr val="ABBCC8"/>
                </a:solidFill>
                <a:latin typeface="Arial"/>
                <a:cs typeface="Arial"/>
              </a:rPr>
              <a:t>semi- </a:t>
            </a:r>
            <a:r>
              <a:rPr dirty="0" sz="3200" b="1">
                <a:solidFill>
                  <a:srgbClr val="ABBCC8"/>
                </a:solidFill>
                <a:latin typeface="Arial"/>
                <a:cs typeface="Arial"/>
              </a:rPr>
              <a:t>autonomous</a:t>
            </a:r>
            <a:r>
              <a:rPr dirty="0" sz="3200" spc="-30" b="1">
                <a:solidFill>
                  <a:srgbClr val="ABBCC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ABBCC8"/>
                </a:solidFill>
                <a:latin typeface="Arial"/>
                <a:cs typeface="Arial"/>
              </a:rPr>
              <a:t>flight,</a:t>
            </a:r>
            <a:r>
              <a:rPr dirty="0" sz="3200" spc="-25" b="1">
                <a:solidFill>
                  <a:srgbClr val="ABBCC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ABBCC8"/>
                </a:solidFill>
                <a:latin typeface="Arial"/>
                <a:cs typeface="Arial"/>
              </a:rPr>
              <a:t>route</a:t>
            </a:r>
            <a:r>
              <a:rPr dirty="0" sz="3200" spc="-25" b="1">
                <a:solidFill>
                  <a:srgbClr val="ABBCC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ABBCC8"/>
                </a:solidFill>
                <a:latin typeface="Arial"/>
                <a:cs typeface="Arial"/>
              </a:rPr>
              <a:t>optimization,</a:t>
            </a:r>
            <a:r>
              <a:rPr dirty="0" sz="3200" spc="-30" b="1">
                <a:solidFill>
                  <a:srgbClr val="ABBCC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ABBCC8"/>
                </a:solidFill>
                <a:latin typeface="Arial"/>
                <a:cs typeface="Arial"/>
              </a:rPr>
              <a:t>and</a:t>
            </a:r>
            <a:r>
              <a:rPr dirty="0" sz="3200" spc="-25" b="1">
                <a:solidFill>
                  <a:srgbClr val="ABBCC8"/>
                </a:solidFill>
                <a:latin typeface="Arial"/>
                <a:cs typeface="Arial"/>
              </a:rPr>
              <a:t> </a:t>
            </a:r>
            <a:r>
              <a:rPr dirty="0" sz="3200" spc="-10" b="1">
                <a:solidFill>
                  <a:srgbClr val="ABBCC8"/>
                </a:solidFill>
                <a:latin typeface="Arial"/>
                <a:cs typeface="Arial"/>
              </a:rPr>
              <a:t>decision-making.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3200">
              <a:latin typeface="Arial"/>
              <a:cs typeface="Arial"/>
            </a:endParaRPr>
          </a:p>
          <a:p>
            <a:pPr marL="21590">
              <a:lnSpc>
                <a:spcPct val="100000"/>
              </a:lnSpc>
              <a:spcBef>
                <a:spcPts val="5"/>
              </a:spcBef>
            </a:pPr>
            <a:r>
              <a:rPr dirty="0" sz="3400" b="1">
                <a:solidFill>
                  <a:srgbClr val="B8C7D8"/>
                </a:solidFill>
                <a:latin typeface="Arial"/>
                <a:cs typeface="Arial"/>
              </a:rPr>
              <a:t>Computer</a:t>
            </a:r>
            <a:r>
              <a:rPr dirty="0" sz="3400" spc="-90" b="1">
                <a:solidFill>
                  <a:srgbClr val="B8C7D8"/>
                </a:solidFill>
                <a:latin typeface="Arial"/>
                <a:cs typeface="Arial"/>
              </a:rPr>
              <a:t> </a:t>
            </a:r>
            <a:r>
              <a:rPr dirty="0" sz="3400" spc="-10" b="1">
                <a:solidFill>
                  <a:srgbClr val="B8C7D8"/>
                </a:solidFill>
                <a:latin typeface="Arial"/>
                <a:cs typeface="Arial"/>
              </a:rPr>
              <a:t>Vision:</a:t>
            </a:r>
            <a:endParaRPr sz="3400">
              <a:latin typeface="Arial"/>
              <a:cs typeface="Arial"/>
            </a:endParaRPr>
          </a:p>
          <a:p>
            <a:pPr marL="1143635" marR="3860800">
              <a:lnSpc>
                <a:spcPts val="3080"/>
              </a:lnSpc>
              <a:spcBef>
                <a:spcPts val="675"/>
              </a:spcBef>
            </a:pPr>
            <a:r>
              <a:rPr dirty="0" sz="2600">
                <a:solidFill>
                  <a:srgbClr val="B8C7D8"/>
                </a:solidFill>
                <a:latin typeface="Microsoft Sans Serif"/>
                <a:cs typeface="Microsoft Sans Serif"/>
              </a:rPr>
              <a:t>Uses</a:t>
            </a:r>
            <a:r>
              <a:rPr dirty="0" sz="2600" spc="-55">
                <a:solidFill>
                  <a:srgbClr val="B8C7D8"/>
                </a:solidFill>
                <a:latin typeface="Microsoft Sans Serif"/>
                <a:cs typeface="Microsoft Sans Serif"/>
              </a:rPr>
              <a:t> </a:t>
            </a:r>
            <a:r>
              <a:rPr dirty="0" sz="2600">
                <a:solidFill>
                  <a:srgbClr val="B8C7D8"/>
                </a:solidFill>
                <a:latin typeface="Microsoft Sans Serif"/>
                <a:cs typeface="Microsoft Sans Serif"/>
              </a:rPr>
              <a:t>cameras</a:t>
            </a:r>
            <a:r>
              <a:rPr dirty="0" sz="2600" spc="-55">
                <a:solidFill>
                  <a:srgbClr val="B8C7D8"/>
                </a:solidFill>
                <a:latin typeface="Microsoft Sans Serif"/>
                <a:cs typeface="Microsoft Sans Serif"/>
              </a:rPr>
              <a:t> </a:t>
            </a:r>
            <a:r>
              <a:rPr dirty="0" sz="2600">
                <a:solidFill>
                  <a:srgbClr val="B8C7D8"/>
                </a:solidFill>
                <a:latin typeface="Microsoft Sans Serif"/>
                <a:cs typeface="Microsoft Sans Serif"/>
              </a:rPr>
              <a:t>&amp;</a:t>
            </a:r>
            <a:r>
              <a:rPr dirty="0" sz="2600" spc="-55">
                <a:solidFill>
                  <a:srgbClr val="B8C7D8"/>
                </a:solidFill>
                <a:latin typeface="Microsoft Sans Serif"/>
                <a:cs typeface="Microsoft Sans Serif"/>
              </a:rPr>
              <a:t> </a:t>
            </a:r>
            <a:r>
              <a:rPr dirty="0" sz="2600">
                <a:solidFill>
                  <a:srgbClr val="B8C7D8"/>
                </a:solidFill>
                <a:latin typeface="Microsoft Sans Serif"/>
                <a:cs typeface="Microsoft Sans Serif"/>
              </a:rPr>
              <a:t>sensors</a:t>
            </a:r>
            <a:r>
              <a:rPr dirty="0" sz="2600" spc="-55">
                <a:solidFill>
                  <a:srgbClr val="B8C7D8"/>
                </a:solidFill>
                <a:latin typeface="Microsoft Sans Serif"/>
                <a:cs typeface="Microsoft Sans Serif"/>
              </a:rPr>
              <a:t> </a:t>
            </a:r>
            <a:r>
              <a:rPr dirty="0" sz="2600">
                <a:solidFill>
                  <a:srgbClr val="B8C7D8"/>
                </a:solidFill>
                <a:latin typeface="Microsoft Sans Serif"/>
                <a:cs typeface="Microsoft Sans Serif"/>
              </a:rPr>
              <a:t>to</a:t>
            </a:r>
            <a:r>
              <a:rPr dirty="0" sz="2600" spc="-50">
                <a:solidFill>
                  <a:srgbClr val="B8C7D8"/>
                </a:solidFill>
                <a:latin typeface="Microsoft Sans Serif"/>
                <a:cs typeface="Microsoft Sans Serif"/>
              </a:rPr>
              <a:t> </a:t>
            </a:r>
            <a:r>
              <a:rPr dirty="0" sz="2600">
                <a:solidFill>
                  <a:srgbClr val="B8C7D8"/>
                </a:solidFill>
                <a:latin typeface="Microsoft Sans Serif"/>
                <a:cs typeface="Microsoft Sans Serif"/>
              </a:rPr>
              <a:t>detect</a:t>
            </a:r>
            <a:r>
              <a:rPr dirty="0" sz="2600" spc="-55">
                <a:solidFill>
                  <a:srgbClr val="B8C7D8"/>
                </a:solidFill>
                <a:latin typeface="Microsoft Sans Serif"/>
                <a:cs typeface="Microsoft Sans Serif"/>
              </a:rPr>
              <a:t> </a:t>
            </a:r>
            <a:r>
              <a:rPr dirty="0" sz="2600">
                <a:solidFill>
                  <a:srgbClr val="B8C7D8"/>
                </a:solidFill>
                <a:latin typeface="Microsoft Sans Serif"/>
                <a:cs typeface="Microsoft Sans Serif"/>
              </a:rPr>
              <a:t>obstacles,</a:t>
            </a:r>
            <a:r>
              <a:rPr dirty="0" sz="2600" spc="-55">
                <a:solidFill>
                  <a:srgbClr val="B8C7D8"/>
                </a:solidFill>
                <a:latin typeface="Microsoft Sans Serif"/>
                <a:cs typeface="Microsoft Sans Serif"/>
              </a:rPr>
              <a:t> </a:t>
            </a:r>
            <a:r>
              <a:rPr dirty="0" sz="2600">
                <a:solidFill>
                  <a:srgbClr val="B8C7D8"/>
                </a:solidFill>
                <a:latin typeface="Microsoft Sans Serif"/>
                <a:cs typeface="Microsoft Sans Serif"/>
              </a:rPr>
              <a:t>read</a:t>
            </a:r>
            <a:r>
              <a:rPr dirty="0" sz="2600" spc="-55">
                <a:solidFill>
                  <a:srgbClr val="B8C7D8"/>
                </a:solidFill>
                <a:latin typeface="Microsoft Sans Serif"/>
                <a:cs typeface="Microsoft Sans Serif"/>
              </a:rPr>
              <a:t> </a:t>
            </a:r>
            <a:r>
              <a:rPr dirty="0" sz="2600">
                <a:solidFill>
                  <a:srgbClr val="B8C7D8"/>
                </a:solidFill>
                <a:latin typeface="Microsoft Sans Serif"/>
                <a:cs typeface="Microsoft Sans Serif"/>
              </a:rPr>
              <a:t>terrain,</a:t>
            </a:r>
            <a:r>
              <a:rPr dirty="0" sz="2600" spc="-55">
                <a:solidFill>
                  <a:srgbClr val="B8C7D8"/>
                </a:solidFill>
                <a:latin typeface="Microsoft Sans Serif"/>
                <a:cs typeface="Microsoft Sans Serif"/>
              </a:rPr>
              <a:t> </a:t>
            </a:r>
            <a:r>
              <a:rPr dirty="0" sz="2600">
                <a:solidFill>
                  <a:srgbClr val="B8C7D8"/>
                </a:solidFill>
                <a:latin typeface="Microsoft Sans Serif"/>
                <a:cs typeface="Microsoft Sans Serif"/>
              </a:rPr>
              <a:t>and</a:t>
            </a:r>
            <a:r>
              <a:rPr dirty="0" sz="2600" spc="-50">
                <a:solidFill>
                  <a:srgbClr val="B8C7D8"/>
                </a:solidFill>
                <a:latin typeface="Microsoft Sans Serif"/>
                <a:cs typeface="Microsoft Sans Serif"/>
              </a:rPr>
              <a:t> </a:t>
            </a:r>
            <a:r>
              <a:rPr dirty="0" sz="2600">
                <a:solidFill>
                  <a:srgbClr val="B8C7D8"/>
                </a:solidFill>
                <a:latin typeface="Microsoft Sans Serif"/>
                <a:cs typeface="Microsoft Sans Serif"/>
              </a:rPr>
              <a:t>ensure</a:t>
            </a:r>
            <a:r>
              <a:rPr dirty="0" sz="2600" spc="-55">
                <a:solidFill>
                  <a:srgbClr val="B8C7D8"/>
                </a:solidFill>
                <a:latin typeface="Microsoft Sans Serif"/>
                <a:cs typeface="Microsoft Sans Serif"/>
              </a:rPr>
              <a:t> </a:t>
            </a:r>
            <a:r>
              <a:rPr dirty="0" sz="2600" spc="-20">
                <a:solidFill>
                  <a:srgbClr val="B8C7D8"/>
                </a:solidFill>
                <a:latin typeface="Microsoft Sans Serif"/>
                <a:cs typeface="Microsoft Sans Serif"/>
              </a:rPr>
              <a:t>safe </a:t>
            </a:r>
            <a:r>
              <a:rPr dirty="0" sz="2600" spc="-10">
                <a:solidFill>
                  <a:srgbClr val="B8C7D8"/>
                </a:solidFill>
                <a:latin typeface="Microsoft Sans Serif"/>
                <a:cs typeface="Microsoft Sans Serif"/>
              </a:rPr>
              <a:t>navigation.</a:t>
            </a:r>
            <a:endParaRPr sz="2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endParaRPr sz="2600">
              <a:latin typeface="Microsoft Sans Serif"/>
              <a:cs typeface="Microsoft Sans Serif"/>
            </a:endParaRPr>
          </a:p>
          <a:p>
            <a:pPr marL="23495">
              <a:lnSpc>
                <a:spcPct val="100000"/>
              </a:lnSpc>
            </a:pPr>
            <a:r>
              <a:rPr dirty="0" sz="3400" b="1">
                <a:solidFill>
                  <a:srgbClr val="B8C7D8"/>
                </a:solidFill>
                <a:latin typeface="Arial"/>
                <a:cs typeface="Arial"/>
              </a:rPr>
              <a:t>Machine</a:t>
            </a:r>
            <a:r>
              <a:rPr dirty="0" sz="3400" spc="-40" b="1">
                <a:solidFill>
                  <a:srgbClr val="B8C7D8"/>
                </a:solidFill>
                <a:latin typeface="Arial"/>
                <a:cs typeface="Arial"/>
              </a:rPr>
              <a:t> </a:t>
            </a:r>
            <a:r>
              <a:rPr dirty="0" sz="3400" b="1">
                <a:solidFill>
                  <a:srgbClr val="B8C7D8"/>
                </a:solidFill>
                <a:latin typeface="Arial"/>
                <a:cs typeface="Arial"/>
              </a:rPr>
              <a:t>Learning</a:t>
            </a:r>
            <a:r>
              <a:rPr dirty="0" sz="3400" spc="-40" b="1">
                <a:solidFill>
                  <a:srgbClr val="B8C7D8"/>
                </a:solidFill>
                <a:latin typeface="Arial"/>
                <a:cs typeface="Arial"/>
              </a:rPr>
              <a:t> </a:t>
            </a:r>
            <a:r>
              <a:rPr dirty="0" sz="3400" b="1">
                <a:solidFill>
                  <a:srgbClr val="B8C7D8"/>
                </a:solidFill>
                <a:latin typeface="Arial"/>
                <a:cs typeface="Arial"/>
              </a:rPr>
              <a:t>&amp;</a:t>
            </a:r>
            <a:r>
              <a:rPr dirty="0" sz="3400" spc="-35" b="1">
                <a:solidFill>
                  <a:srgbClr val="B8C7D8"/>
                </a:solidFill>
                <a:latin typeface="Arial"/>
                <a:cs typeface="Arial"/>
              </a:rPr>
              <a:t> </a:t>
            </a:r>
            <a:r>
              <a:rPr dirty="0" sz="3400" b="1">
                <a:solidFill>
                  <a:srgbClr val="B8C7D8"/>
                </a:solidFill>
                <a:latin typeface="Arial"/>
                <a:cs typeface="Arial"/>
              </a:rPr>
              <a:t>Deep</a:t>
            </a:r>
            <a:r>
              <a:rPr dirty="0" sz="3400" spc="-40" b="1">
                <a:solidFill>
                  <a:srgbClr val="B8C7D8"/>
                </a:solidFill>
                <a:latin typeface="Arial"/>
                <a:cs typeface="Arial"/>
              </a:rPr>
              <a:t> </a:t>
            </a:r>
            <a:r>
              <a:rPr dirty="0" sz="3400" spc="-10" b="1">
                <a:solidFill>
                  <a:srgbClr val="B8C7D8"/>
                </a:solidFill>
                <a:latin typeface="Arial"/>
                <a:cs typeface="Arial"/>
              </a:rPr>
              <a:t>Learning:</a:t>
            </a:r>
            <a:endParaRPr sz="3400">
              <a:latin typeface="Arial"/>
              <a:cs typeface="Arial"/>
            </a:endParaRPr>
          </a:p>
          <a:p>
            <a:pPr marL="1143635" marR="2542540">
              <a:lnSpc>
                <a:spcPts val="3080"/>
              </a:lnSpc>
              <a:spcBef>
                <a:spcPts val="1880"/>
              </a:spcBef>
            </a:pPr>
            <a:r>
              <a:rPr dirty="0" sz="2600" spc="-20">
                <a:solidFill>
                  <a:srgbClr val="B8C7D8"/>
                </a:solidFill>
                <a:latin typeface="Microsoft Sans Serif"/>
                <a:cs typeface="Microsoft Sans Serif"/>
              </a:rPr>
              <a:t>Real-</a:t>
            </a:r>
            <a:r>
              <a:rPr dirty="0" sz="2600">
                <a:solidFill>
                  <a:srgbClr val="B8C7D8"/>
                </a:solidFill>
                <a:latin typeface="Microsoft Sans Serif"/>
                <a:cs typeface="Microsoft Sans Serif"/>
              </a:rPr>
              <a:t>time</a:t>
            </a:r>
            <a:r>
              <a:rPr dirty="0" sz="2600" spc="-60">
                <a:solidFill>
                  <a:srgbClr val="B8C7D8"/>
                </a:solidFill>
                <a:latin typeface="Microsoft Sans Serif"/>
                <a:cs typeface="Microsoft Sans Serif"/>
              </a:rPr>
              <a:t> </a:t>
            </a:r>
            <a:r>
              <a:rPr dirty="0" sz="2600">
                <a:solidFill>
                  <a:srgbClr val="B8C7D8"/>
                </a:solidFill>
                <a:latin typeface="Microsoft Sans Serif"/>
                <a:cs typeface="Microsoft Sans Serif"/>
              </a:rPr>
              <a:t>data</a:t>
            </a:r>
            <a:r>
              <a:rPr dirty="0" sz="2600" spc="-60">
                <a:solidFill>
                  <a:srgbClr val="B8C7D8"/>
                </a:solidFill>
                <a:latin typeface="Microsoft Sans Serif"/>
                <a:cs typeface="Microsoft Sans Serif"/>
              </a:rPr>
              <a:t> </a:t>
            </a:r>
            <a:r>
              <a:rPr dirty="0" sz="2600">
                <a:solidFill>
                  <a:srgbClr val="B8C7D8"/>
                </a:solidFill>
                <a:latin typeface="Microsoft Sans Serif"/>
                <a:cs typeface="Microsoft Sans Serif"/>
              </a:rPr>
              <a:t>processing</a:t>
            </a:r>
            <a:r>
              <a:rPr dirty="0" sz="2600" spc="-60">
                <a:solidFill>
                  <a:srgbClr val="B8C7D8"/>
                </a:solidFill>
                <a:latin typeface="Microsoft Sans Serif"/>
                <a:cs typeface="Microsoft Sans Serif"/>
              </a:rPr>
              <a:t> </a:t>
            </a:r>
            <a:r>
              <a:rPr dirty="0" sz="2600">
                <a:solidFill>
                  <a:srgbClr val="B8C7D8"/>
                </a:solidFill>
                <a:latin typeface="Microsoft Sans Serif"/>
                <a:cs typeface="Microsoft Sans Serif"/>
              </a:rPr>
              <a:t>for</a:t>
            </a:r>
            <a:r>
              <a:rPr dirty="0" sz="2600" spc="-60">
                <a:solidFill>
                  <a:srgbClr val="B8C7D8"/>
                </a:solidFill>
                <a:latin typeface="Microsoft Sans Serif"/>
                <a:cs typeface="Microsoft Sans Serif"/>
              </a:rPr>
              <a:t> </a:t>
            </a:r>
            <a:r>
              <a:rPr dirty="0" sz="2600">
                <a:solidFill>
                  <a:srgbClr val="B8C7D8"/>
                </a:solidFill>
                <a:latin typeface="Microsoft Sans Serif"/>
                <a:cs typeface="Microsoft Sans Serif"/>
              </a:rPr>
              <a:t>route</a:t>
            </a:r>
            <a:r>
              <a:rPr dirty="0" sz="2600" spc="-60">
                <a:solidFill>
                  <a:srgbClr val="B8C7D8"/>
                </a:solidFill>
                <a:latin typeface="Microsoft Sans Serif"/>
                <a:cs typeface="Microsoft Sans Serif"/>
              </a:rPr>
              <a:t> </a:t>
            </a:r>
            <a:r>
              <a:rPr dirty="0" sz="2600" spc="-10">
                <a:solidFill>
                  <a:srgbClr val="B8C7D8"/>
                </a:solidFill>
                <a:latin typeface="Microsoft Sans Serif"/>
                <a:cs typeface="Microsoft Sans Serif"/>
              </a:rPr>
              <a:t>optimization,</a:t>
            </a:r>
            <a:r>
              <a:rPr dirty="0" sz="2600" spc="-60">
                <a:solidFill>
                  <a:srgbClr val="B8C7D8"/>
                </a:solidFill>
                <a:latin typeface="Microsoft Sans Serif"/>
                <a:cs typeface="Microsoft Sans Serif"/>
              </a:rPr>
              <a:t> </a:t>
            </a:r>
            <a:r>
              <a:rPr dirty="0" sz="2600">
                <a:solidFill>
                  <a:srgbClr val="B8C7D8"/>
                </a:solidFill>
                <a:latin typeface="Microsoft Sans Serif"/>
                <a:cs typeface="Microsoft Sans Serif"/>
              </a:rPr>
              <a:t>obstacle</a:t>
            </a:r>
            <a:r>
              <a:rPr dirty="0" sz="2600" spc="-60">
                <a:solidFill>
                  <a:srgbClr val="B8C7D8"/>
                </a:solidFill>
                <a:latin typeface="Microsoft Sans Serif"/>
                <a:cs typeface="Microsoft Sans Serif"/>
              </a:rPr>
              <a:t> </a:t>
            </a:r>
            <a:r>
              <a:rPr dirty="0" sz="2600">
                <a:solidFill>
                  <a:srgbClr val="B8C7D8"/>
                </a:solidFill>
                <a:latin typeface="Microsoft Sans Serif"/>
                <a:cs typeface="Microsoft Sans Serif"/>
              </a:rPr>
              <a:t>avoidance,</a:t>
            </a:r>
            <a:r>
              <a:rPr dirty="0" sz="2600" spc="-60">
                <a:solidFill>
                  <a:srgbClr val="B8C7D8"/>
                </a:solidFill>
                <a:latin typeface="Microsoft Sans Serif"/>
                <a:cs typeface="Microsoft Sans Serif"/>
              </a:rPr>
              <a:t> </a:t>
            </a:r>
            <a:r>
              <a:rPr dirty="0" sz="2600">
                <a:solidFill>
                  <a:srgbClr val="B8C7D8"/>
                </a:solidFill>
                <a:latin typeface="Microsoft Sans Serif"/>
                <a:cs typeface="Microsoft Sans Serif"/>
              </a:rPr>
              <a:t>and</a:t>
            </a:r>
            <a:r>
              <a:rPr dirty="0" sz="2600" spc="-60">
                <a:solidFill>
                  <a:srgbClr val="B8C7D8"/>
                </a:solidFill>
                <a:latin typeface="Microsoft Sans Serif"/>
                <a:cs typeface="Microsoft Sans Serif"/>
              </a:rPr>
              <a:t> </a:t>
            </a:r>
            <a:r>
              <a:rPr dirty="0" sz="2600" spc="-10">
                <a:solidFill>
                  <a:srgbClr val="B8C7D8"/>
                </a:solidFill>
                <a:latin typeface="Microsoft Sans Serif"/>
                <a:cs typeface="Microsoft Sans Serif"/>
              </a:rPr>
              <a:t>predictive maintenance.</a:t>
            </a:r>
            <a:endParaRPr sz="2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endParaRPr sz="2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3400" b="1">
                <a:solidFill>
                  <a:srgbClr val="B8C7D8"/>
                </a:solidFill>
                <a:latin typeface="Arial"/>
                <a:cs typeface="Arial"/>
              </a:rPr>
              <a:t>Edge</a:t>
            </a:r>
            <a:r>
              <a:rPr dirty="0" sz="3400" spc="-20" b="1">
                <a:solidFill>
                  <a:srgbClr val="B8C7D8"/>
                </a:solidFill>
                <a:latin typeface="Arial"/>
                <a:cs typeface="Arial"/>
              </a:rPr>
              <a:t> </a:t>
            </a:r>
            <a:r>
              <a:rPr dirty="0" sz="3400" spc="-10" b="1">
                <a:solidFill>
                  <a:srgbClr val="B8C7D8"/>
                </a:solidFill>
                <a:latin typeface="Arial"/>
                <a:cs typeface="Arial"/>
              </a:rPr>
              <a:t>Computing</a:t>
            </a:r>
            <a:endParaRPr sz="3400">
              <a:latin typeface="Arial"/>
              <a:cs typeface="Arial"/>
            </a:endParaRPr>
          </a:p>
          <a:p>
            <a:pPr marL="1067435">
              <a:lnSpc>
                <a:spcPct val="100000"/>
              </a:lnSpc>
              <a:spcBef>
                <a:spcPts val="1745"/>
              </a:spcBef>
            </a:pPr>
            <a:r>
              <a:rPr dirty="0" sz="2600">
                <a:solidFill>
                  <a:srgbClr val="B8C7D8"/>
                </a:solidFill>
                <a:latin typeface="Microsoft Sans Serif"/>
                <a:cs typeface="Microsoft Sans Serif"/>
              </a:rPr>
              <a:t>Onboard</a:t>
            </a:r>
            <a:r>
              <a:rPr dirty="0" sz="2600" spc="-70">
                <a:solidFill>
                  <a:srgbClr val="B8C7D8"/>
                </a:solidFill>
                <a:latin typeface="Microsoft Sans Serif"/>
                <a:cs typeface="Microsoft Sans Serif"/>
              </a:rPr>
              <a:t> </a:t>
            </a:r>
            <a:r>
              <a:rPr dirty="0" sz="2600">
                <a:solidFill>
                  <a:srgbClr val="B8C7D8"/>
                </a:solidFill>
                <a:latin typeface="Microsoft Sans Serif"/>
                <a:cs typeface="Microsoft Sans Serif"/>
              </a:rPr>
              <a:t>processing</a:t>
            </a:r>
            <a:r>
              <a:rPr dirty="0" sz="2600" spc="-65">
                <a:solidFill>
                  <a:srgbClr val="B8C7D8"/>
                </a:solidFill>
                <a:latin typeface="Microsoft Sans Serif"/>
                <a:cs typeface="Microsoft Sans Serif"/>
              </a:rPr>
              <a:t> </a:t>
            </a:r>
            <a:r>
              <a:rPr dirty="0" sz="2600">
                <a:solidFill>
                  <a:srgbClr val="B8C7D8"/>
                </a:solidFill>
                <a:latin typeface="Microsoft Sans Serif"/>
                <a:cs typeface="Microsoft Sans Serif"/>
              </a:rPr>
              <a:t>to</a:t>
            </a:r>
            <a:r>
              <a:rPr dirty="0" sz="2600" spc="-70">
                <a:solidFill>
                  <a:srgbClr val="B8C7D8"/>
                </a:solidFill>
                <a:latin typeface="Microsoft Sans Serif"/>
                <a:cs typeface="Microsoft Sans Serif"/>
              </a:rPr>
              <a:t> </a:t>
            </a:r>
            <a:r>
              <a:rPr dirty="0" sz="2600">
                <a:solidFill>
                  <a:srgbClr val="B8C7D8"/>
                </a:solidFill>
                <a:latin typeface="Microsoft Sans Serif"/>
                <a:cs typeface="Microsoft Sans Serif"/>
              </a:rPr>
              <a:t>reduce</a:t>
            </a:r>
            <a:r>
              <a:rPr dirty="0" sz="2600" spc="-65">
                <a:solidFill>
                  <a:srgbClr val="B8C7D8"/>
                </a:solidFill>
                <a:latin typeface="Microsoft Sans Serif"/>
                <a:cs typeface="Microsoft Sans Serif"/>
              </a:rPr>
              <a:t> </a:t>
            </a:r>
            <a:r>
              <a:rPr dirty="0" sz="2600">
                <a:solidFill>
                  <a:srgbClr val="B8C7D8"/>
                </a:solidFill>
                <a:latin typeface="Microsoft Sans Serif"/>
                <a:cs typeface="Microsoft Sans Serif"/>
              </a:rPr>
              <a:t>latency</a:t>
            </a:r>
            <a:r>
              <a:rPr dirty="0" sz="2600" spc="-70">
                <a:solidFill>
                  <a:srgbClr val="B8C7D8"/>
                </a:solidFill>
                <a:latin typeface="Microsoft Sans Serif"/>
                <a:cs typeface="Microsoft Sans Serif"/>
              </a:rPr>
              <a:t> </a:t>
            </a:r>
            <a:r>
              <a:rPr dirty="0" sz="2600">
                <a:solidFill>
                  <a:srgbClr val="B8C7D8"/>
                </a:solidFill>
                <a:latin typeface="Microsoft Sans Serif"/>
                <a:cs typeface="Microsoft Sans Serif"/>
              </a:rPr>
              <a:t>and</a:t>
            </a:r>
            <a:r>
              <a:rPr dirty="0" sz="2600" spc="-65">
                <a:solidFill>
                  <a:srgbClr val="B8C7D8"/>
                </a:solidFill>
                <a:latin typeface="Microsoft Sans Serif"/>
                <a:cs typeface="Microsoft Sans Serif"/>
              </a:rPr>
              <a:t> </a:t>
            </a:r>
            <a:r>
              <a:rPr dirty="0" sz="2600">
                <a:solidFill>
                  <a:srgbClr val="B8C7D8"/>
                </a:solidFill>
                <a:latin typeface="Microsoft Sans Serif"/>
                <a:cs typeface="Microsoft Sans Serif"/>
              </a:rPr>
              <a:t>make</a:t>
            </a:r>
            <a:r>
              <a:rPr dirty="0" sz="2600" spc="-65">
                <a:solidFill>
                  <a:srgbClr val="B8C7D8"/>
                </a:solidFill>
                <a:latin typeface="Microsoft Sans Serif"/>
                <a:cs typeface="Microsoft Sans Serif"/>
              </a:rPr>
              <a:t> </a:t>
            </a:r>
            <a:r>
              <a:rPr dirty="0" sz="2600">
                <a:solidFill>
                  <a:srgbClr val="B8C7D8"/>
                </a:solidFill>
                <a:latin typeface="Microsoft Sans Serif"/>
                <a:cs typeface="Microsoft Sans Serif"/>
              </a:rPr>
              <a:t>faster</a:t>
            </a:r>
            <a:r>
              <a:rPr dirty="0" sz="2600" spc="-70">
                <a:solidFill>
                  <a:srgbClr val="B8C7D8"/>
                </a:solidFill>
                <a:latin typeface="Microsoft Sans Serif"/>
                <a:cs typeface="Microsoft Sans Serif"/>
              </a:rPr>
              <a:t> </a:t>
            </a:r>
            <a:r>
              <a:rPr dirty="0" sz="2600">
                <a:solidFill>
                  <a:srgbClr val="B8C7D8"/>
                </a:solidFill>
                <a:latin typeface="Microsoft Sans Serif"/>
                <a:cs typeface="Microsoft Sans Serif"/>
              </a:rPr>
              <a:t>decisions</a:t>
            </a:r>
            <a:r>
              <a:rPr dirty="0" sz="2600" spc="-65">
                <a:solidFill>
                  <a:srgbClr val="B8C7D8"/>
                </a:solidFill>
                <a:latin typeface="Microsoft Sans Serif"/>
                <a:cs typeface="Microsoft Sans Serif"/>
              </a:rPr>
              <a:t> </a:t>
            </a:r>
            <a:r>
              <a:rPr dirty="0" sz="2600" spc="-20">
                <a:solidFill>
                  <a:srgbClr val="B8C7D8"/>
                </a:solidFill>
                <a:latin typeface="Microsoft Sans Serif"/>
                <a:cs typeface="Microsoft Sans Serif"/>
              </a:rPr>
              <a:t>mid-</a:t>
            </a:r>
            <a:r>
              <a:rPr dirty="0" sz="2600" spc="-10">
                <a:solidFill>
                  <a:srgbClr val="B8C7D8"/>
                </a:solidFill>
                <a:latin typeface="Microsoft Sans Serif"/>
                <a:cs typeface="Microsoft Sans Serif"/>
              </a:rPr>
              <a:t>flight.</a:t>
            </a:r>
            <a:endParaRPr sz="2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80274" y="4208465"/>
            <a:ext cx="15908019" cy="2810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0965"/>
              </a:lnSpc>
              <a:spcBef>
                <a:spcPts val="100"/>
              </a:spcBef>
            </a:pPr>
            <a:r>
              <a:rPr dirty="0" sz="9150" spc="-10" b="1">
                <a:solidFill>
                  <a:srgbClr val="07A793"/>
                </a:solidFill>
                <a:latin typeface="Arial"/>
                <a:cs typeface="Arial"/>
              </a:rPr>
              <a:t>BUSINESS</a:t>
            </a:r>
            <a:endParaRPr sz="9150">
              <a:latin typeface="Arial"/>
              <a:cs typeface="Arial"/>
            </a:endParaRPr>
          </a:p>
          <a:p>
            <a:pPr marL="12700">
              <a:lnSpc>
                <a:spcPts val="10965"/>
              </a:lnSpc>
              <a:tabLst>
                <a:tab pos="8986520" algn="l"/>
                <a:tab pos="10148570" algn="l"/>
              </a:tabLst>
            </a:pPr>
            <a:r>
              <a:rPr dirty="0" sz="9150" spc="-10" b="1">
                <a:solidFill>
                  <a:srgbClr val="07A793"/>
                </a:solidFill>
                <a:latin typeface="Arial"/>
                <a:cs typeface="Arial"/>
              </a:rPr>
              <a:t>APPLICATIONS</a:t>
            </a:r>
            <a:r>
              <a:rPr dirty="0" sz="9150" b="1">
                <a:solidFill>
                  <a:srgbClr val="07A793"/>
                </a:solidFill>
                <a:latin typeface="Arial"/>
                <a:cs typeface="Arial"/>
              </a:rPr>
              <a:t>	</a:t>
            </a:r>
            <a:r>
              <a:rPr dirty="0" sz="9150" spc="-50" b="1">
                <a:solidFill>
                  <a:srgbClr val="07A793"/>
                </a:solidFill>
                <a:latin typeface="Arial"/>
                <a:cs typeface="Arial"/>
              </a:rPr>
              <a:t>&amp;</a:t>
            </a:r>
            <a:r>
              <a:rPr dirty="0" sz="9150" b="1">
                <a:solidFill>
                  <a:srgbClr val="07A793"/>
                </a:solidFill>
                <a:latin typeface="Arial"/>
                <a:cs typeface="Arial"/>
              </a:rPr>
              <a:t>	</a:t>
            </a:r>
            <a:r>
              <a:rPr dirty="0" sz="9150" spc="-10" b="1">
                <a:solidFill>
                  <a:srgbClr val="07A793"/>
                </a:solidFill>
                <a:latin typeface="Arial"/>
                <a:cs typeface="Arial"/>
              </a:rPr>
              <a:t>BENEFITS</a:t>
            </a:r>
            <a:endParaRPr sz="91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03064" y="930275"/>
            <a:ext cx="1720850" cy="1854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0" spc="-25" b="0">
                <a:solidFill>
                  <a:srgbClr val="F5F5F7"/>
                </a:solidFill>
                <a:latin typeface="Microsoft Sans Serif"/>
                <a:cs typeface="Microsoft Sans Serif"/>
              </a:rPr>
              <a:t>03</a:t>
            </a:r>
            <a:endParaRPr sz="12000">
              <a:latin typeface="Microsoft Sans Serif"/>
              <a:cs typeface="Microsoft Sans Serif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3444" y="7552949"/>
            <a:ext cx="17104556" cy="431396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0" y="0"/>
            <a:ext cx="951230" cy="922655"/>
            <a:chOff x="0" y="0"/>
            <a:chExt cx="951230" cy="922655"/>
          </a:xfrm>
        </p:grpSpPr>
        <p:sp>
          <p:nvSpPr>
            <p:cNvPr id="6" name="object 6" descr=""/>
            <p:cNvSpPr/>
            <p:nvPr/>
          </p:nvSpPr>
          <p:spPr>
            <a:xfrm>
              <a:off x="0" y="0"/>
              <a:ext cx="951230" cy="922655"/>
            </a:xfrm>
            <a:custGeom>
              <a:avLst/>
              <a:gdLst/>
              <a:ahLst/>
              <a:cxnLst/>
              <a:rect l="l" t="t" r="r" b="b"/>
              <a:pathLst>
                <a:path w="951230" h="922655">
                  <a:moveTo>
                    <a:pt x="2070" y="922652"/>
                  </a:moveTo>
                  <a:lnTo>
                    <a:pt x="0" y="922652"/>
                  </a:lnTo>
                  <a:lnTo>
                    <a:pt x="0" y="0"/>
                  </a:lnTo>
                  <a:lnTo>
                    <a:pt x="950870" y="0"/>
                  </a:lnTo>
                  <a:lnTo>
                    <a:pt x="949813" y="43056"/>
                  </a:lnTo>
                  <a:lnTo>
                    <a:pt x="946549" y="87269"/>
                  </a:lnTo>
                  <a:lnTo>
                    <a:pt x="941110" y="131319"/>
                  </a:lnTo>
                  <a:lnTo>
                    <a:pt x="933496" y="175124"/>
                  </a:lnTo>
                  <a:lnTo>
                    <a:pt x="923706" y="218602"/>
                  </a:lnTo>
                  <a:lnTo>
                    <a:pt x="911740" y="261671"/>
                  </a:lnTo>
                  <a:lnTo>
                    <a:pt x="897599" y="304251"/>
                  </a:lnTo>
                  <a:lnTo>
                    <a:pt x="881282" y="346258"/>
                  </a:lnTo>
                  <a:lnTo>
                    <a:pt x="862790" y="387612"/>
                  </a:lnTo>
                  <a:lnTo>
                    <a:pt x="842122" y="428230"/>
                  </a:lnTo>
                  <a:lnTo>
                    <a:pt x="819279" y="468032"/>
                  </a:lnTo>
                  <a:lnTo>
                    <a:pt x="794259" y="506935"/>
                  </a:lnTo>
                  <a:lnTo>
                    <a:pt x="767065" y="544858"/>
                  </a:lnTo>
                  <a:lnTo>
                    <a:pt x="737695" y="581718"/>
                  </a:lnTo>
                  <a:lnTo>
                    <a:pt x="706149" y="617435"/>
                  </a:lnTo>
                  <a:lnTo>
                    <a:pt x="672428" y="651926"/>
                  </a:lnTo>
                  <a:lnTo>
                    <a:pt x="634538" y="686830"/>
                  </a:lnTo>
                  <a:lnTo>
                    <a:pt x="595223" y="719324"/>
                  </a:lnTo>
                  <a:lnTo>
                    <a:pt x="554584" y="749411"/>
                  </a:lnTo>
                  <a:lnTo>
                    <a:pt x="512724" y="777089"/>
                  </a:lnTo>
                  <a:lnTo>
                    <a:pt x="469743" y="802359"/>
                  </a:lnTo>
                  <a:lnTo>
                    <a:pt x="425745" y="825221"/>
                  </a:lnTo>
                  <a:lnTo>
                    <a:pt x="380829" y="845676"/>
                  </a:lnTo>
                  <a:lnTo>
                    <a:pt x="335100" y="863724"/>
                  </a:lnTo>
                  <a:lnTo>
                    <a:pt x="288657" y="879364"/>
                  </a:lnTo>
                  <a:lnTo>
                    <a:pt x="241604" y="892598"/>
                  </a:lnTo>
                  <a:lnTo>
                    <a:pt x="194042" y="903425"/>
                  </a:lnTo>
                  <a:lnTo>
                    <a:pt x="146072" y="911845"/>
                  </a:lnTo>
                  <a:lnTo>
                    <a:pt x="97797" y="917859"/>
                  </a:lnTo>
                  <a:lnTo>
                    <a:pt x="49318" y="921468"/>
                  </a:lnTo>
                  <a:lnTo>
                    <a:pt x="2070" y="922652"/>
                  </a:lnTo>
                  <a:close/>
                </a:path>
              </a:pathLst>
            </a:custGeom>
            <a:solidFill>
              <a:srgbClr val="169A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766" y="1117"/>
              <a:ext cx="944244" cy="648970"/>
            </a:xfrm>
            <a:custGeom>
              <a:avLst/>
              <a:gdLst/>
              <a:ahLst/>
              <a:cxnLst/>
              <a:rect l="l" t="t" r="r" b="b"/>
              <a:pathLst>
                <a:path w="944244" h="648970">
                  <a:moveTo>
                    <a:pt x="667365" y="648844"/>
                  </a:moveTo>
                  <a:lnTo>
                    <a:pt x="0" y="0"/>
                  </a:lnTo>
                  <a:lnTo>
                    <a:pt x="943905" y="0"/>
                  </a:lnTo>
                  <a:lnTo>
                    <a:pt x="942577" y="46951"/>
                  </a:lnTo>
                  <a:lnTo>
                    <a:pt x="938802" y="93792"/>
                  </a:lnTo>
                  <a:lnTo>
                    <a:pt x="932583" y="140426"/>
                  </a:lnTo>
                  <a:lnTo>
                    <a:pt x="923918" y="186758"/>
                  </a:lnTo>
                  <a:lnTo>
                    <a:pt x="912809" y="232690"/>
                  </a:lnTo>
                  <a:lnTo>
                    <a:pt x="899255" y="278126"/>
                  </a:lnTo>
                  <a:lnTo>
                    <a:pt x="883258" y="322970"/>
                  </a:lnTo>
                  <a:lnTo>
                    <a:pt x="864818" y="367126"/>
                  </a:lnTo>
                  <a:lnTo>
                    <a:pt x="843935" y="410497"/>
                  </a:lnTo>
                  <a:lnTo>
                    <a:pt x="820610" y="452986"/>
                  </a:lnTo>
                  <a:lnTo>
                    <a:pt x="794842" y="494498"/>
                  </a:lnTo>
                  <a:lnTo>
                    <a:pt x="766634" y="534937"/>
                  </a:lnTo>
                  <a:lnTo>
                    <a:pt x="735984" y="574204"/>
                  </a:lnTo>
                  <a:lnTo>
                    <a:pt x="702895" y="612206"/>
                  </a:lnTo>
                  <a:lnTo>
                    <a:pt x="667365" y="648844"/>
                  </a:lnTo>
                  <a:close/>
                </a:path>
              </a:pathLst>
            </a:custGeom>
            <a:solidFill>
              <a:srgbClr val="67B9A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10437135" y="672205"/>
            <a:ext cx="5590540" cy="5010150"/>
            <a:chOff x="10437135" y="672205"/>
            <a:chExt cx="5590540" cy="5010150"/>
          </a:xfrm>
        </p:grpSpPr>
        <p:sp>
          <p:nvSpPr>
            <p:cNvPr id="9" name="object 9" descr=""/>
            <p:cNvSpPr/>
            <p:nvPr/>
          </p:nvSpPr>
          <p:spPr>
            <a:xfrm>
              <a:off x="10437127" y="672210"/>
              <a:ext cx="5590540" cy="3216275"/>
            </a:xfrm>
            <a:custGeom>
              <a:avLst/>
              <a:gdLst/>
              <a:ahLst/>
              <a:cxnLst/>
              <a:rect l="l" t="t" r="r" b="b"/>
              <a:pathLst>
                <a:path w="5590540" h="3216275">
                  <a:moveTo>
                    <a:pt x="3109658" y="2303107"/>
                  </a:moveTo>
                  <a:lnTo>
                    <a:pt x="3102826" y="2231606"/>
                  </a:lnTo>
                  <a:lnTo>
                    <a:pt x="3086239" y="2160511"/>
                  </a:lnTo>
                  <a:lnTo>
                    <a:pt x="3059900" y="2090216"/>
                  </a:lnTo>
                  <a:lnTo>
                    <a:pt x="3043072" y="2055469"/>
                  </a:lnTo>
                  <a:lnTo>
                    <a:pt x="3023806" y="2021065"/>
                  </a:lnTo>
                  <a:lnTo>
                    <a:pt x="3002102" y="1987042"/>
                  </a:lnTo>
                  <a:lnTo>
                    <a:pt x="2977959" y="1953425"/>
                  </a:lnTo>
                  <a:lnTo>
                    <a:pt x="2951378" y="1920290"/>
                  </a:lnTo>
                  <a:lnTo>
                    <a:pt x="2922359" y="1887664"/>
                  </a:lnTo>
                  <a:lnTo>
                    <a:pt x="2890901" y="1855609"/>
                  </a:lnTo>
                  <a:lnTo>
                    <a:pt x="2857017" y="1824151"/>
                  </a:lnTo>
                  <a:lnTo>
                    <a:pt x="2820682" y="1793341"/>
                  </a:lnTo>
                  <a:lnTo>
                    <a:pt x="2781922" y="1763229"/>
                  </a:lnTo>
                  <a:lnTo>
                    <a:pt x="2740710" y="1733854"/>
                  </a:lnTo>
                  <a:lnTo>
                    <a:pt x="2697073" y="1705279"/>
                  </a:lnTo>
                  <a:lnTo>
                    <a:pt x="2649080" y="1676247"/>
                  </a:lnTo>
                  <a:lnTo>
                    <a:pt x="2646997" y="1675434"/>
                  </a:lnTo>
                  <a:lnTo>
                    <a:pt x="2645384" y="1674317"/>
                  </a:lnTo>
                  <a:lnTo>
                    <a:pt x="1590040" y="2291537"/>
                  </a:lnTo>
                  <a:lnTo>
                    <a:pt x="1589887" y="2291626"/>
                  </a:lnTo>
                  <a:lnTo>
                    <a:pt x="900836" y="1888705"/>
                  </a:lnTo>
                  <a:lnTo>
                    <a:pt x="1590040" y="2291537"/>
                  </a:lnTo>
                  <a:lnTo>
                    <a:pt x="2645232" y="1674317"/>
                  </a:lnTo>
                  <a:lnTo>
                    <a:pt x="2605125" y="1652181"/>
                  </a:lnTo>
                  <a:lnTo>
                    <a:pt x="2564028" y="1631022"/>
                  </a:lnTo>
                  <a:lnTo>
                    <a:pt x="2521978" y="1610855"/>
                  </a:lnTo>
                  <a:lnTo>
                    <a:pt x="2479027" y="1591665"/>
                  </a:lnTo>
                  <a:lnTo>
                    <a:pt x="2435212" y="1573453"/>
                  </a:lnTo>
                  <a:lnTo>
                    <a:pt x="2390597" y="1556245"/>
                  </a:lnTo>
                  <a:lnTo>
                    <a:pt x="2345207" y="1540002"/>
                  </a:lnTo>
                  <a:lnTo>
                    <a:pt x="2299093" y="1524749"/>
                  </a:lnTo>
                  <a:lnTo>
                    <a:pt x="2252307" y="1510487"/>
                  </a:lnTo>
                  <a:lnTo>
                    <a:pt x="2204897" y="1497203"/>
                  </a:lnTo>
                  <a:lnTo>
                    <a:pt x="2156891" y="1484896"/>
                  </a:lnTo>
                  <a:lnTo>
                    <a:pt x="2108352" y="1473581"/>
                  </a:lnTo>
                  <a:lnTo>
                    <a:pt x="2059305" y="1463255"/>
                  </a:lnTo>
                  <a:lnTo>
                    <a:pt x="2009825" y="1453908"/>
                  </a:lnTo>
                  <a:lnTo>
                    <a:pt x="1959940" y="1445539"/>
                  </a:lnTo>
                  <a:lnTo>
                    <a:pt x="1909686" y="1438160"/>
                  </a:lnTo>
                  <a:lnTo>
                    <a:pt x="1859127" y="1431759"/>
                  </a:lnTo>
                  <a:lnTo>
                    <a:pt x="1808302" y="1426349"/>
                  </a:lnTo>
                  <a:lnTo>
                    <a:pt x="1757248" y="1421930"/>
                  </a:lnTo>
                  <a:lnTo>
                    <a:pt x="1706029" y="1418475"/>
                  </a:lnTo>
                  <a:lnTo>
                    <a:pt x="1654670" y="1416024"/>
                  </a:lnTo>
                  <a:lnTo>
                    <a:pt x="1603222" y="1414551"/>
                  </a:lnTo>
                  <a:lnTo>
                    <a:pt x="1551736" y="1414056"/>
                  </a:lnTo>
                  <a:lnTo>
                    <a:pt x="1500111" y="1414703"/>
                  </a:lnTo>
                  <a:lnTo>
                    <a:pt x="1448523" y="1416189"/>
                  </a:lnTo>
                  <a:lnTo>
                    <a:pt x="1397038" y="1418653"/>
                  </a:lnTo>
                  <a:lnTo>
                    <a:pt x="1345692" y="1422120"/>
                  </a:lnTo>
                  <a:lnTo>
                    <a:pt x="1294536" y="1426565"/>
                  </a:lnTo>
                  <a:lnTo>
                    <a:pt x="1243609" y="1431988"/>
                  </a:lnTo>
                  <a:lnTo>
                    <a:pt x="1192961" y="1438414"/>
                  </a:lnTo>
                  <a:lnTo>
                    <a:pt x="1142644" y="1445818"/>
                  </a:lnTo>
                  <a:lnTo>
                    <a:pt x="1092695" y="1454213"/>
                  </a:lnTo>
                  <a:lnTo>
                    <a:pt x="1043152" y="1463598"/>
                  </a:lnTo>
                  <a:lnTo>
                    <a:pt x="994079" y="1473962"/>
                  </a:lnTo>
                  <a:lnTo>
                    <a:pt x="945515" y="1485328"/>
                  </a:lnTo>
                  <a:lnTo>
                    <a:pt x="897496" y="1497672"/>
                  </a:lnTo>
                  <a:lnTo>
                    <a:pt x="850087" y="1510995"/>
                  </a:lnTo>
                  <a:lnTo>
                    <a:pt x="803313" y="1525308"/>
                  </a:lnTo>
                  <a:lnTo>
                    <a:pt x="757237" y="1540611"/>
                  </a:lnTo>
                  <a:lnTo>
                    <a:pt x="711898" y="1556905"/>
                  </a:lnTo>
                  <a:lnTo>
                    <a:pt x="667334" y="1574177"/>
                  </a:lnTo>
                  <a:lnTo>
                    <a:pt x="623608" y="1592440"/>
                  </a:lnTo>
                  <a:lnTo>
                    <a:pt x="580745" y="1611693"/>
                  </a:lnTo>
                  <a:lnTo>
                    <a:pt x="538810" y="1631924"/>
                  </a:lnTo>
                  <a:lnTo>
                    <a:pt x="497840" y="1653146"/>
                  </a:lnTo>
                  <a:lnTo>
                    <a:pt x="463003" y="1671142"/>
                  </a:lnTo>
                  <a:lnTo>
                    <a:pt x="406336" y="1705025"/>
                  </a:lnTo>
                  <a:lnTo>
                    <a:pt x="363385" y="1733346"/>
                  </a:lnTo>
                  <a:lnTo>
                    <a:pt x="322821" y="1762442"/>
                  </a:lnTo>
                  <a:lnTo>
                    <a:pt x="284670" y="1792262"/>
                  </a:lnTo>
                  <a:lnTo>
                    <a:pt x="248920" y="1822767"/>
                  </a:lnTo>
                  <a:lnTo>
                    <a:pt x="215557" y="1853920"/>
                  </a:lnTo>
                  <a:lnTo>
                    <a:pt x="184594" y="1885670"/>
                  </a:lnTo>
                  <a:lnTo>
                    <a:pt x="156032" y="1917966"/>
                  </a:lnTo>
                  <a:lnTo>
                    <a:pt x="129870" y="1950783"/>
                  </a:lnTo>
                  <a:lnTo>
                    <a:pt x="106095" y="1984057"/>
                  </a:lnTo>
                  <a:lnTo>
                    <a:pt x="84721" y="2017750"/>
                  </a:lnTo>
                  <a:lnTo>
                    <a:pt x="65747" y="2051824"/>
                  </a:lnTo>
                  <a:lnTo>
                    <a:pt x="49174" y="2086216"/>
                  </a:lnTo>
                  <a:lnTo>
                    <a:pt x="23202" y="2155850"/>
                  </a:lnTo>
                  <a:lnTo>
                    <a:pt x="6807" y="2226272"/>
                  </a:lnTo>
                  <a:lnTo>
                    <a:pt x="0" y="2297125"/>
                  </a:lnTo>
                  <a:lnTo>
                    <a:pt x="190" y="2332621"/>
                  </a:lnTo>
                  <a:lnTo>
                    <a:pt x="7747" y="2403475"/>
                  </a:lnTo>
                  <a:lnTo>
                    <a:pt x="24879" y="2473896"/>
                  </a:lnTo>
                  <a:lnTo>
                    <a:pt x="51587" y="2543530"/>
                  </a:lnTo>
                  <a:lnTo>
                    <a:pt x="68529" y="2577935"/>
                  </a:lnTo>
                  <a:lnTo>
                    <a:pt x="87871" y="2611996"/>
                  </a:lnTo>
                  <a:lnTo>
                    <a:pt x="109601" y="2645689"/>
                  </a:lnTo>
                  <a:lnTo>
                    <a:pt x="133718" y="2678976"/>
                  </a:lnTo>
                  <a:lnTo>
                    <a:pt x="160235" y="2711780"/>
                  </a:lnTo>
                  <a:lnTo>
                    <a:pt x="189141" y="2744076"/>
                  </a:lnTo>
                  <a:lnTo>
                    <a:pt x="220433" y="2775826"/>
                  </a:lnTo>
                  <a:lnTo>
                    <a:pt x="254114" y="2806979"/>
                  </a:lnTo>
                  <a:lnTo>
                    <a:pt x="290195" y="2837484"/>
                  </a:lnTo>
                  <a:lnTo>
                    <a:pt x="328663" y="2867317"/>
                  </a:lnTo>
                  <a:lnTo>
                    <a:pt x="369531" y="2896400"/>
                  </a:lnTo>
                  <a:lnTo>
                    <a:pt x="412775" y="2924721"/>
                  </a:lnTo>
                  <a:lnTo>
                    <a:pt x="458419" y="2952229"/>
                  </a:lnTo>
                  <a:lnTo>
                    <a:pt x="459701" y="2952546"/>
                  </a:lnTo>
                  <a:lnTo>
                    <a:pt x="855992" y="2720860"/>
                  </a:lnTo>
                  <a:lnTo>
                    <a:pt x="459854" y="2952546"/>
                  </a:lnTo>
                  <a:lnTo>
                    <a:pt x="500100" y="2974975"/>
                  </a:lnTo>
                  <a:lnTo>
                    <a:pt x="541350" y="2996400"/>
                  </a:lnTo>
                  <a:lnTo>
                    <a:pt x="583577" y="3016821"/>
                  </a:lnTo>
                  <a:lnTo>
                    <a:pt x="626732" y="3036252"/>
                  </a:lnTo>
                  <a:lnTo>
                    <a:pt x="670750" y="3054693"/>
                  </a:lnTo>
                  <a:lnTo>
                    <a:pt x="715594" y="3072117"/>
                  </a:lnTo>
                  <a:lnTo>
                    <a:pt x="761238" y="3088563"/>
                  </a:lnTo>
                  <a:lnTo>
                    <a:pt x="807605" y="3104007"/>
                  </a:lnTo>
                  <a:lnTo>
                    <a:pt x="854671" y="3118447"/>
                  </a:lnTo>
                  <a:lnTo>
                    <a:pt x="902373" y="3131883"/>
                  </a:lnTo>
                  <a:lnTo>
                    <a:pt x="950671" y="3144342"/>
                  </a:lnTo>
                  <a:lnTo>
                    <a:pt x="999515" y="3155785"/>
                  </a:lnTo>
                  <a:lnTo>
                    <a:pt x="1048880" y="3166249"/>
                  </a:lnTo>
                  <a:lnTo>
                    <a:pt x="1098067" y="3175584"/>
                  </a:lnTo>
                  <a:lnTo>
                    <a:pt x="1148346" y="3184067"/>
                  </a:lnTo>
                  <a:lnTo>
                    <a:pt x="1198981" y="3191560"/>
                  </a:lnTo>
                  <a:lnTo>
                    <a:pt x="1249959" y="3198050"/>
                  </a:lnTo>
                  <a:lnTo>
                    <a:pt x="1301203" y="3203537"/>
                  </a:lnTo>
                  <a:lnTo>
                    <a:pt x="1352677" y="3208032"/>
                  </a:lnTo>
                  <a:lnTo>
                    <a:pt x="1404340" y="3211525"/>
                  </a:lnTo>
                  <a:lnTo>
                    <a:pt x="1456131" y="3214014"/>
                  </a:lnTo>
                  <a:lnTo>
                    <a:pt x="1508010" y="3215513"/>
                  </a:lnTo>
                  <a:lnTo>
                    <a:pt x="1559915" y="3216021"/>
                  </a:lnTo>
                  <a:lnTo>
                    <a:pt x="1611833" y="3215513"/>
                  </a:lnTo>
                  <a:lnTo>
                    <a:pt x="1663687" y="3214014"/>
                  </a:lnTo>
                  <a:lnTo>
                    <a:pt x="1715452" y="3211525"/>
                  </a:lnTo>
                  <a:lnTo>
                    <a:pt x="1767065" y="3208032"/>
                  </a:lnTo>
                  <a:lnTo>
                    <a:pt x="1818487" y="3203537"/>
                  </a:lnTo>
                  <a:lnTo>
                    <a:pt x="1869668" y="3198050"/>
                  </a:lnTo>
                  <a:lnTo>
                    <a:pt x="1920557" y="3191560"/>
                  </a:lnTo>
                  <a:lnTo>
                    <a:pt x="1971128" y="3184067"/>
                  </a:lnTo>
                  <a:lnTo>
                    <a:pt x="2021306" y="3175584"/>
                  </a:lnTo>
                  <a:lnTo>
                    <a:pt x="2071065" y="3166097"/>
                  </a:lnTo>
                  <a:lnTo>
                    <a:pt x="2120354" y="3155619"/>
                  </a:lnTo>
                  <a:lnTo>
                    <a:pt x="2169122" y="3144139"/>
                  </a:lnTo>
                  <a:lnTo>
                    <a:pt x="2217318" y="3131667"/>
                  </a:lnTo>
                  <a:lnTo>
                    <a:pt x="2264918" y="3118193"/>
                  </a:lnTo>
                  <a:lnTo>
                    <a:pt x="2311844" y="3103727"/>
                  </a:lnTo>
                  <a:lnTo>
                    <a:pt x="2358072" y="3088259"/>
                  </a:lnTo>
                  <a:lnTo>
                    <a:pt x="2403551" y="3071787"/>
                  </a:lnTo>
                  <a:lnTo>
                    <a:pt x="2448229" y="3054324"/>
                  </a:lnTo>
                  <a:lnTo>
                    <a:pt x="2492070" y="3035871"/>
                  </a:lnTo>
                  <a:lnTo>
                    <a:pt x="2535021" y="3016415"/>
                  </a:lnTo>
                  <a:lnTo>
                    <a:pt x="2577033" y="2995955"/>
                  </a:lnTo>
                  <a:lnTo>
                    <a:pt x="2618054" y="2974505"/>
                  </a:lnTo>
                  <a:lnTo>
                    <a:pt x="2658046" y="2952064"/>
                  </a:lnTo>
                  <a:lnTo>
                    <a:pt x="2680385" y="2938627"/>
                  </a:lnTo>
                  <a:lnTo>
                    <a:pt x="2687866" y="2934106"/>
                  </a:lnTo>
                  <a:lnTo>
                    <a:pt x="2732024" y="2905798"/>
                  </a:lnTo>
                  <a:lnTo>
                    <a:pt x="2773743" y="2876689"/>
                  </a:lnTo>
                  <a:lnTo>
                    <a:pt x="2813024" y="2846819"/>
                  </a:lnTo>
                  <a:lnTo>
                    <a:pt x="2849867" y="2816250"/>
                  </a:lnTo>
                  <a:lnTo>
                    <a:pt x="2884271" y="2785008"/>
                  </a:lnTo>
                  <a:lnTo>
                    <a:pt x="2916224" y="2753144"/>
                  </a:lnTo>
                  <a:lnTo>
                    <a:pt x="2945752" y="2720708"/>
                  </a:lnTo>
                  <a:lnTo>
                    <a:pt x="2972828" y="2687739"/>
                  </a:lnTo>
                  <a:lnTo>
                    <a:pt x="2997466" y="2654287"/>
                  </a:lnTo>
                  <a:lnTo>
                    <a:pt x="3019666" y="2620391"/>
                  </a:lnTo>
                  <a:lnTo>
                    <a:pt x="3039414" y="2586113"/>
                  </a:lnTo>
                  <a:lnTo>
                    <a:pt x="3056737" y="2551480"/>
                  </a:lnTo>
                  <a:lnTo>
                    <a:pt x="3084055" y="2481351"/>
                  </a:lnTo>
                  <a:lnTo>
                    <a:pt x="3101619" y="2410371"/>
                  </a:lnTo>
                  <a:lnTo>
                    <a:pt x="3109417" y="2338908"/>
                  </a:lnTo>
                  <a:lnTo>
                    <a:pt x="3109658" y="2303107"/>
                  </a:lnTo>
                  <a:close/>
                </a:path>
                <a:path w="5590540" h="3216275">
                  <a:moveTo>
                    <a:pt x="5590095" y="465531"/>
                  </a:moveTo>
                  <a:lnTo>
                    <a:pt x="5587885" y="404215"/>
                  </a:lnTo>
                  <a:lnTo>
                    <a:pt x="5581358" y="346837"/>
                  </a:lnTo>
                  <a:lnTo>
                    <a:pt x="5570677" y="293458"/>
                  </a:lnTo>
                  <a:lnTo>
                    <a:pt x="5556047" y="244195"/>
                  </a:lnTo>
                  <a:lnTo>
                    <a:pt x="5537619" y="199161"/>
                  </a:lnTo>
                  <a:lnTo>
                    <a:pt x="5515559" y="158432"/>
                  </a:lnTo>
                  <a:lnTo>
                    <a:pt x="5490070" y="122110"/>
                  </a:lnTo>
                  <a:lnTo>
                    <a:pt x="5461305" y="90322"/>
                  </a:lnTo>
                  <a:lnTo>
                    <a:pt x="5429453" y="63144"/>
                  </a:lnTo>
                  <a:lnTo>
                    <a:pt x="5394668" y="40678"/>
                  </a:lnTo>
                  <a:lnTo>
                    <a:pt x="5357152" y="23037"/>
                  </a:lnTo>
                  <a:lnTo>
                    <a:pt x="5317045" y="10299"/>
                  </a:lnTo>
                  <a:lnTo>
                    <a:pt x="5274551" y="2590"/>
                  </a:lnTo>
                  <a:lnTo>
                    <a:pt x="5229822" y="0"/>
                  </a:lnTo>
                  <a:lnTo>
                    <a:pt x="5185080" y="2413"/>
                  </a:lnTo>
                  <a:lnTo>
                    <a:pt x="5138623" y="9690"/>
                  </a:lnTo>
                  <a:lnTo>
                    <a:pt x="5090592" y="21932"/>
                  </a:lnTo>
                  <a:lnTo>
                    <a:pt x="5041150" y="39230"/>
                  </a:lnTo>
                  <a:lnTo>
                    <a:pt x="4990439" y="61658"/>
                  </a:lnTo>
                  <a:lnTo>
                    <a:pt x="4938623" y="89319"/>
                  </a:lnTo>
                  <a:lnTo>
                    <a:pt x="4900307" y="112725"/>
                  </a:lnTo>
                  <a:lnTo>
                    <a:pt x="4862588" y="138290"/>
                  </a:lnTo>
                  <a:lnTo>
                    <a:pt x="4825504" y="165925"/>
                  </a:lnTo>
                  <a:lnTo>
                    <a:pt x="4789132" y="195516"/>
                  </a:lnTo>
                  <a:lnTo>
                    <a:pt x="4753534" y="226961"/>
                  </a:lnTo>
                  <a:lnTo>
                    <a:pt x="4718761" y="260146"/>
                  </a:lnTo>
                  <a:lnTo>
                    <a:pt x="4684877" y="294970"/>
                  </a:lnTo>
                  <a:lnTo>
                    <a:pt x="4651946" y="331330"/>
                  </a:lnTo>
                  <a:lnTo>
                    <a:pt x="4620031" y="369125"/>
                  </a:lnTo>
                  <a:lnTo>
                    <a:pt x="4589183" y="408241"/>
                  </a:lnTo>
                  <a:lnTo>
                    <a:pt x="4559478" y="448576"/>
                  </a:lnTo>
                  <a:lnTo>
                    <a:pt x="4530966" y="490016"/>
                  </a:lnTo>
                  <a:lnTo>
                    <a:pt x="4503699" y="532472"/>
                  </a:lnTo>
                  <a:lnTo>
                    <a:pt x="4477766" y="575830"/>
                  </a:lnTo>
                  <a:lnTo>
                    <a:pt x="4453191" y="619988"/>
                  </a:lnTo>
                  <a:lnTo>
                    <a:pt x="4430065" y="664832"/>
                  </a:lnTo>
                  <a:lnTo>
                    <a:pt x="4408449" y="710272"/>
                  </a:lnTo>
                  <a:lnTo>
                    <a:pt x="4388383" y="756183"/>
                  </a:lnTo>
                  <a:lnTo>
                    <a:pt x="4369943" y="802474"/>
                  </a:lnTo>
                  <a:lnTo>
                    <a:pt x="4353179" y="849033"/>
                  </a:lnTo>
                  <a:lnTo>
                    <a:pt x="4338167" y="895756"/>
                  </a:lnTo>
                  <a:lnTo>
                    <a:pt x="4324947" y="942530"/>
                  </a:lnTo>
                  <a:lnTo>
                    <a:pt x="4313606" y="989279"/>
                  </a:lnTo>
                  <a:lnTo>
                    <a:pt x="4304182" y="1035862"/>
                  </a:lnTo>
                  <a:lnTo>
                    <a:pt x="4296753" y="1082192"/>
                  </a:lnTo>
                  <a:lnTo>
                    <a:pt x="4291368" y="1128153"/>
                  </a:lnTo>
                  <a:lnTo>
                    <a:pt x="4288091" y="1173645"/>
                  </a:lnTo>
                  <a:lnTo>
                    <a:pt x="4286986" y="1218577"/>
                  </a:lnTo>
                  <a:lnTo>
                    <a:pt x="4289196" y="1279842"/>
                  </a:lnTo>
                  <a:lnTo>
                    <a:pt x="4295724" y="1337208"/>
                  </a:lnTo>
                  <a:lnTo>
                    <a:pt x="4306379" y="1390561"/>
                  </a:lnTo>
                  <a:lnTo>
                    <a:pt x="4321010" y="1439799"/>
                  </a:lnTo>
                  <a:lnTo>
                    <a:pt x="4339425" y="1484833"/>
                  </a:lnTo>
                  <a:lnTo>
                    <a:pt x="4361472" y="1525536"/>
                  </a:lnTo>
                  <a:lnTo>
                    <a:pt x="4386948" y="1561846"/>
                  </a:lnTo>
                  <a:lnTo>
                    <a:pt x="4415701" y="1593634"/>
                  </a:lnTo>
                  <a:lnTo>
                    <a:pt x="4447565" y="1620812"/>
                  </a:lnTo>
                  <a:lnTo>
                    <a:pt x="4482338" y="1643265"/>
                  </a:lnTo>
                  <a:lnTo>
                    <a:pt x="4519879" y="1660906"/>
                  </a:lnTo>
                  <a:lnTo>
                    <a:pt x="4559986" y="1673631"/>
                  </a:lnTo>
                  <a:lnTo>
                    <a:pt x="4602505" y="1681340"/>
                  </a:lnTo>
                  <a:lnTo>
                    <a:pt x="4647260" y="1683943"/>
                  </a:lnTo>
                  <a:lnTo>
                    <a:pt x="4692002" y="1681530"/>
                  </a:lnTo>
                  <a:lnTo>
                    <a:pt x="4738471" y="1674253"/>
                  </a:lnTo>
                  <a:lnTo>
                    <a:pt x="4786515" y="1662023"/>
                  </a:lnTo>
                  <a:lnTo>
                    <a:pt x="4835982" y="1644764"/>
                  </a:lnTo>
                  <a:lnTo>
                    <a:pt x="4886731" y="1622374"/>
                  </a:lnTo>
                  <a:lnTo>
                    <a:pt x="4938623" y="1594777"/>
                  </a:lnTo>
                  <a:lnTo>
                    <a:pt x="4976914" y="1571358"/>
                  </a:lnTo>
                  <a:lnTo>
                    <a:pt x="5014620" y="1545767"/>
                  </a:lnTo>
                  <a:lnTo>
                    <a:pt x="5051691" y="1518132"/>
                  </a:lnTo>
                  <a:lnTo>
                    <a:pt x="5088052" y="1488528"/>
                  </a:lnTo>
                  <a:lnTo>
                    <a:pt x="5123637" y="1457071"/>
                  </a:lnTo>
                  <a:lnTo>
                    <a:pt x="5158397" y="1423873"/>
                  </a:lnTo>
                  <a:lnTo>
                    <a:pt x="5192268" y="1389037"/>
                  </a:lnTo>
                  <a:lnTo>
                    <a:pt x="5225186" y="1352664"/>
                  </a:lnTo>
                  <a:lnTo>
                    <a:pt x="5257101" y="1314869"/>
                  </a:lnTo>
                  <a:lnTo>
                    <a:pt x="5287937" y="1275753"/>
                  </a:lnTo>
                  <a:lnTo>
                    <a:pt x="5317642" y="1235417"/>
                  </a:lnTo>
                  <a:lnTo>
                    <a:pt x="5346154" y="1193965"/>
                  </a:lnTo>
                  <a:lnTo>
                    <a:pt x="5373408" y="1151509"/>
                  </a:lnTo>
                  <a:lnTo>
                    <a:pt x="5399341" y="1108151"/>
                  </a:lnTo>
                  <a:lnTo>
                    <a:pt x="5423903" y="1063993"/>
                  </a:lnTo>
                  <a:lnTo>
                    <a:pt x="5447030" y="1019149"/>
                  </a:lnTo>
                  <a:lnTo>
                    <a:pt x="5468645" y="973721"/>
                  </a:lnTo>
                  <a:lnTo>
                    <a:pt x="5488711" y="927811"/>
                  </a:lnTo>
                  <a:lnTo>
                    <a:pt x="5507152" y="881519"/>
                  </a:lnTo>
                  <a:lnTo>
                    <a:pt x="5523903" y="834974"/>
                  </a:lnTo>
                  <a:lnTo>
                    <a:pt x="5538927" y="788250"/>
                  </a:lnTo>
                  <a:lnTo>
                    <a:pt x="5552135" y="741489"/>
                  </a:lnTo>
                  <a:lnTo>
                    <a:pt x="5563476" y="694753"/>
                  </a:lnTo>
                  <a:lnTo>
                    <a:pt x="5572899" y="648182"/>
                  </a:lnTo>
                  <a:lnTo>
                    <a:pt x="5580329" y="601865"/>
                  </a:lnTo>
                  <a:lnTo>
                    <a:pt x="5585714" y="555917"/>
                  </a:lnTo>
                  <a:lnTo>
                    <a:pt x="5588990" y="510438"/>
                  </a:lnTo>
                  <a:lnTo>
                    <a:pt x="5590095" y="465531"/>
                  </a:lnTo>
                  <a:close/>
                </a:path>
              </a:pathLst>
            </a:custGeom>
            <a:solidFill>
              <a:srgbClr val="81A6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0558874" y="4162113"/>
              <a:ext cx="1457325" cy="864235"/>
            </a:xfrm>
            <a:custGeom>
              <a:avLst/>
              <a:gdLst/>
              <a:ahLst/>
              <a:cxnLst/>
              <a:rect l="l" t="t" r="r" b="b"/>
              <a:pathLst>
                <a:path w="1457325" h="864235">
                  <a:moveTo>
                    <a:pt x="30087" y="863858"/>
                  </a:moveTo>
                  <a:lnTo>
                    <a:pt x="25760" y="863858"/>
                  </a:lnTo>
                  <a:lnTo>
                    <a:pt x="19054" y="862998"/>
                  </a:lnTo>
                  <a:lnTo>
                    <a:pt x="12858" y="860470"/>
                  </a:lnTo>
                  <a:lnTo>
                    <a:pt x="7504" y="856348"/>
                  </a:lnTo>
                  <a:lnTo>
                    <a:pt x="3322" y="850708"/>
                  </a:lnTo>
                  <a:lnTo>
                    <a:pt x="0" y="841046"/>
                  </a:lnTo>
                  <a:lnTo>
                    <a:pt x="658" y="831144"/>
                  </a:lnTo>
                  <a:lnTo>
                    <a:pt x="5013" y="822204"/>
                  </a:lnTo>
                  <a:lnTo>
                    <a:pt x="12778" y="815429"/>
                  </a:lnTo>
                  <a:lnTo>
                    <a:pt x="1422629" y="962"/>
                  </a:lnTo>
                  <a:lnTo>
                    <a:pt x="1426956" y="0"/>
                  </a:lnTo>
                  <a:lnTo>
                    <a:pt x="1431283" y="0"/>
                  </a:lnTo>
                  <a:lnTo>
                    <a:pt x="1457113" y="22811"/>
                  </a:lnTo>
                  <a:lnTo>
                    <a:pt x="1456425" y="32714"/>
                  </a:lnTo>
                  <a:lnTo>
                    <a:pt x="1452100" y="41654"/>
                  </a:lnTo>
                  <a:lnTo>
                    <a:pt x="1444425" y="48429"/>
                  </a:lnTo>
                  <a:lnTo>
                    <a:pt x="34574" y="862896"/>
                  </a:lnTo>
                  <a:lnTo>
                    <a:pt x="30087" y="863858"/>
                  </a:lnTo>
                  <a:close/>
                </a:path>
              </a:pathLst>
            </a:custGeom>
            <a:solidFill>
              <a:srgbClr val="1D1A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4952976" y="1126504"/>
              <a:ext cx="541020" cy="629920"/>
            </a:xfrm>
            <a:custGeom>
              <a:avLst/>
              <a:gdLst/>
              <a:ahLst/>
              <a:cxnLst/>
              <a:rect l="l" t="t" r="r" b="b"/>
              <a:pathLst>
                <a:path w="541019" h="629919">
                  <a:moveTo>
                    <a:pt x="243442" y="629411"/>
                  </a:moveTo>
                  <a:lnTo>
                    <a:pt x="59618" y="523093"/>
                  </a:lnTo>
                  <a:lnTo>
                    <a:pt x="15926" y="472499"/>
                  </a:lnTo>
                  <a:lnTo>
                    <a:pt x="4109" y="434695"/>
                  </a:lnTo>
                  <a:lnTo>
                    <a:pt x="0" y="389193"/>
                  </a:lnTo>
                  <a:lnTo>
                    <a:pt x="3350" y="343997"/>
                  </a:lnTo>
                  <a:lnTo>
                    <a:pt x="13012" y="297714"/>
                  </a:lnTo>
                  <a:lnTo>
                    <a:pt x="28396" y="251354"/>
                  </a:lnTo>
                  <a:lnTo>
                    <a:pt x="48917" y="205934"/>
                  </a:lnTo>
                  <a:lnTo>
                    <a:pt x="73987" y="162465"/>
                  </a:lnTo>
                  <a:lnTo>
                    <a:pt x="103020" y="121962"/>
                  </a:lnTo>
                  <a:lnTo>
                    <a:pt x="135428" y="85438"/>
                  </a:lnTo>
                  <a:lnTo>
                    <a:pt x="170625" y="53907"/>
                  </a:lnTo>
                  <a:lnTo>
                    <a:pt x="208024" y="28383"/>
                  </a:lnTo>
                  <a:lnTo>
                    <a:pt x="256624" y="6835"/>
                  </a:lnTo>
                  <a:lnTo>
                    <a:pt x="301137" y="0"/>
                  </a:lnTo>
                  <a:lnTo>
                    <a:pt x="316270" y="952"/>
                  </a:lnTo>
                  <a:lnTo>
                    <a:pt x="330606" y="3768"/>
                  </a:lnTo>
                  <a:lnTo>
                    <a:pt x="344071" y="8388"/>
                  </a:lnTo>
                  <a:lnTo>
                    <a:pt x="356589" y="14753"/>
                  </a:lnTo>
                  <a:lnTo>
                    <a:pt x="540413" y="120911"/>
                  </a:lnTo>
                  <a:lnTo>
                    <a:pt x="243442" y="629411"/>
                  </a:lnTo>
                  <a:close/>
                </a:path>
              </a:pathLst>
            </a:custGeom>
            <a:solidFill>
              <a:srgbClr val="F5F5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5136800" y="1232823"/>
              <a:ext cx="416559" cy="537845"/>
            </a:xfrm>
            <a:custGeom>
              <a:avLst/>
              <a:gdLst/>
              <a:ahLst/>
              <a:cxnLst/>
              <a:rect l="l" t="t" r="r" b="b"/>
              <a:pathLst>
                <a:path w="416559" h="537844">
                  <a:moveTo>
                    <a:pt x="115070" y="537846"/>
                  </a:moveTo>
                  <a:lnTo>
                    <a:pt x="76885" y="531423"/>
                  </a:lnTo>
                  <a:lnTo>
                    <a:pt x="20842" y="482183"/>
                  </a:lnTo>
                  <a:lnTo>
                    <a:pt x="5413" y="440799"/>
                  </a:lnTo>
                  <a:lnTo>
                    <a:pt x="0" y="389193"/>
                  </a:lnTo>
                  <a:lnTo>
                    <a:pt x="3350" y="344082"/>
                  </a:lnTo>
                  <a:lnTo>
                    <a:pt x="13012" y="297843"/>
                  </a:lnTo>
                  <a:lnTo>
                    <a:pt x="28396" y="251497"/>
                  </a:lnTo>
                  <a:lnTo>
                    <a:pt x="48917" y="206066"/>
                  </a:lnTo>
                  <a:lnTo>
                    <a:pt x="73987" y="162571"/>
                  </a:lnTo>
                  <a:lnTo>
                    <a:pt x="103020" y="122033"/>
                  </a:lnTo>
                  <a:lnTo>
                    <a:pt x="135428" y="85475"/>
                  </a:lnTo>
                  <a:lnTo>
                    <a:pt x="170625" y="53918"/>
                  </a:lnTo>
                  <a:lnTo>
                    <a:pt x="208024" y="28383"/>
                  </a:lnTo>
                  <a:lnTo>
                    <a:pt x="256604" y="6915"/>
                  </a:lnTo>
                  <a:lnTo>
                    <a:pt x="300977" y="0"/>
                  </a:lnTo>
                  <a:lnTo>
                    <a:pt x="339177" y="6423"/>
                  </a:lnTo>
                  <a:lnTo>
                    <a:pt x="371032" y="25216"/>
                  </a:lnTo>
                  <a:lnTo>
                    <a:pt x="395309" y="55662"/>
                  </a:lnTo>
                  <a:lnTo>
                    <a:pt x="410777" y="97047"/>
                  </a:lnTo>
                  <a:lnTo>
                    <a:pt x="416207" y="148653"/>
                  </a:lnTo>
                  <a:lnTo>
                    <a:pt x="412856" y="193763"/>
                  </a:lnTo>
                  <a:lnTo>
                    <a:pt x="403193" y="240001"/>
                  </a:lnTo>
                  <a:lnTo>
                    <a:pt x="387805" y="286343"/>
                  </a:lnTo>
                  <a:lnTo>
                    <a:pt x="367275" y="331766"/>
                  </a:lnTo>
                  <a:lnTo>
                    <a:pt x="342192" y="375247"/>
                  </a:lnTo>
                  <a:lnTo>
                    <a:pt x="313139" y="415765"/>
                  </a:lnTo>
                  <a:lnTo>
                    <a:pt x="280703" y="452295"/>
                  </a:lnTo>
                  <a:lnTo>
                    <a:pt x="245469" y="483815"/>
                  </a:lnTo>
                  <a:lnTo>
                    <a:pt x="208023" y="509302"/>
                  </a:lnTo>
                  <a:lnTo>
                    <a:pt x="159443" y="530850"/>
                  </a:lnTo>
                  <a:lnTo>
                    <a:pt x="115070" y="537846"/>
                  </a:lnTo>
                  <a:close/>
                </a:path>
              </a:pathLst>
            </a:custGeom>
            <a:solidFill>
              <a:srgbClr val="ABBC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0899074" y="3160828"/>
              <a:ext cx="2252980" cy="2521585"/>
            </a:xfrm>
            <a:custGeom>
              <a:avLst/>
              <a:gdLst/>
              <a:ahLst/>
              <a:cxnLst/>
              <a:rect l="l" t="t" r="r" b="b"/>
              <a:pathLst>
                <a:path w="2252980" h="2521585">
                  <a:moveTo>
                    <a:pt x="1664960" y="1078098"/>
                  </a:moveTo>
                  <a:lnTo>
                    <a:pt x="388962" y="1078098"/>
                  </a:lnTo>
                  <a:lnTo>
                    <a:pt x="2038570" y="0"/>
                  </a:lnTo>
                  <a:lnTo>
                    <a:pt x="2038569" y="218249"/>
                  </a:lnTo>
                  <a:lnTo>
                    <a:pt x="2037553" y="269128"/>
                  </a:lnTo>
                  <a:lnTo>
                    <a:pt x="2034501" y="319840"/>
                  </a:lnTo>
                  <a:lnTo>
                    <a:pt x="2029412" y="370302"/>
                  </a:lnTo>
                  <a:lnTo>
                    <a:pt x="2022282" y="420428"/>
                  </a:lnTo>
                  <a:lnTo>
                    <a:pt x="2013109" y="470135"/>
                  </a:lnTo>
                  <a:lnTo>
                    <a:pt x="2001890" y="519339"/>
                  </a:lnTo>
                  <a:lnTo>
                    <a:pt x="1988622" y="567956"/>
                  </a:lnTo>
                  <a:lnTo>
                    <a:pt x="1973301" y="615901"/>
                  </a:lnTo>
                  <a:lnTo>
                    <a:pt x="1955927" y="663091"/>
                  </a:lnTo>
                  <a:lnTo>
                    <a:pt x="1936494" y="709442"/>
                  </a:lnTo>
                  <a:lnTo>
                    <a:pt x="1915002" y="754869"/>
                  </a:lnTo>
                  <a:lnTo>
                    <a:pt x="1891446" y="799288"/>
                  </a:lnTo>
                  <a:lnTo>
                    <a:pt x="1865824" y="842615"/>
                  </a:lnTo>
                  <a:lnTo>
                    <a:pt x="1838134" y="884766"/>
                  </a:lnTo>
                  <a:lnTo>
                    <a:pt x="1808372" y="925658"/>
                  </a:lnTo>
                  <a:lnTo>
                    <a:pt x="1776536" y="965205"/>
                  </a:lnTo>
                  <a:lnTo>
                    <a:pt x="1742535" y="1003545"/>
                  </a:lnTo>
                  <a:lnTo>
                    <a:pt x="1706031" y="1040740"/>
                  </a:lnTo>
                  <a:lnTo>
                    <a:pt x="1666955" y="1076475"/>
                  </a:lnTo>
                  <a:lnTo>
                    <a:pt x="1664960" y="1078098"/>
                  </a:lnTo>
                  <a:close/>
                </a:path>
                <a:path w="2252980" h="2521585">
                  <a:moveTo>
                    <a:pt x="388962" y="1817357"/>
                  </a:moveTo>
                  <a:lnTo>
                    <a:pt x="350559" y="1809712"/>
                  </a:lnTo>
                  <a:lnTo>
                    <a:pt x="0" y="1608247"/>
                  </a:lnTo>
                  <a:lnTo>
                    <a:pt x="0" y="853434"/>
                  </a:lnTo>
                  <a:lnTo>
                    <a:pt x="388962" y="1078098"/>
                  </a:lnTo>
                  <a:lnTo>
                    <a:pt x="1664960" y="1078098"/>
                  </a:lnTo>
                  <a:lnTo>
                    <a:pt x="1625234" y="1110432"/>
                  </a:lnTo>
                  <a:lnTo>
                    <a:pt x="1580798" y="1142295"/>
                  </a:lnTo>
                  <a:lnTo>
                    <a:pt x="1533574" y="1171748"/>
                  </a:lnTo>
                  <a:lnTo>
                    <a:pt x="1309684" y="1300838"/>
                  </a:lnTo>
                  <a:lnTo>
                    <a:pt x="1326043" y="1326656"/>
                  </a:lnTo>
                  <a:lnTo>
                    <a:pt x="1264650" y="1326656"/>
                  </a:lnTo>
                  <a:lnTo>
                    <a:pt x="1264751" y="1326816"/>
                  </a:lnTo>
                  <a:lnTo>
                    <a:pt x="1029862" y="1462641"/>
                  </a:lnTo>
                  <a:lnTo>
                    <a:pt x="1046236" y="1488459"/>
                  </a:lnTo>
                  <a:lnTo>
                    <a:pt x="984827" y="1488459"/>
                  </a:lnTo>
                  <a:lnTo>
                    <a:pt x="439125" y="1803726"/>
                  </a:lnTo>
                  <a:lnTo>
                    <a:pt x="427231" y="1809712"/>
                  </a:lnTo>
                  <a:lnTo>
                    <a:pt x="414765" y="1813969"/>
                  </a:lnTo>
                  <a:lnTo>
                    <a:pt x="401939" y="1816513"/>
                  </a:lnTo>
                  <a:lnTo>
                    <a:pt x="388962" y="1817357"/>
                  </a:lnTo>
                  <a:close/>
                </a:path>
                <a:path w="2252980" h="2521585">
                  <a:moveTo>
                    <a:pt x="1236787" y="1707627"/>
                  </a:moveTo>
                  <a:lnTo>
                    <a:pt x="1185233" y="1707627"/>
                  </a:lnTo>
                  <a:lnTo>
                    <a:pt x="1419947" y="1571846"/>
                  </a:lnTo>
                  <a:lnTo>
                    <a:pt x="1264650" y="1326816"/>
                  </a:lnTo>
                  <a:lnTo>
                    <a:pt x="1264650" y="1326656"/>
                  </a:lnTo>
                  <a:lnTo>
                    <a:pt x="1326043" y="1326656"/>
                  </a:lnTo>
                  <a:lnTo>
                    <a:pt x="1495348" y="1593858"/>
                  </a:lnTo>
                  <a:lnTo>
                    <a:pt x="1433822" y="1593858"/>
                  </a:lnTo>
                  <a:lnTo>
                    <a:pt x="1236787" y="1707627"/>
                  </a:lnTo>
                  <a:close/>
                </a:path>
                <a:path w="2252980" h="2521585">
                  <a:moveTo>
                    <a:pt x="825845" y="2521335"/>
                  </a:moveTo>
                  <a:lnTo>
                    <a:pt x="821517" y="2521335"/>
                  </a:lnTo>
                  <a:lnTo>
                    <a:pt x="814006" y="2520373"/>
                  </a:lnTo>
                  <a:lnTo>
                    <a:pt x="814554" y="2520373"/>
                  </a:lnTo>
                  <a:lnTo>
                    <a:pt x="808576" y="2517948"/>
                  </a:lnTo>
                  <a:lnTo>
                    <a:pt x="803127" y="2513826"/>
                  </a:lnTo>
                  <a:lnTo>
                    <a:pt x="798760" y="2508186"/>
                  </a:lnTo>
                  <a:lnTo>
                    <a:pt x="795529" y="2498524"/>
                  </a:lnTo>
                  <a:lnTo>
                    <a:pt x="796236" y="2488622"/>
                  </a:lnTo>
                  <a:lnTo>
                    <a:pt x="800608" y="2479682"/>
                  </a:lnTo>
                  <a:lnTo>
                    <a:pt x="808376" y="2472907"/>
                  </a:lnTo>
                  <a:lnTo>
                    <a:pt x="1307120" y="2184740"/>
                  </a:lnTo>
                  <a:lnTo>
                    <a:pt x="1307120" y="2046991"/>
                  </a:lnTo>
                  <a:lnTo>
                    <a:pt x="1304797" y="2023258"/>
                  </a:lnTo>
                  <a:lnTo>
                    <a:pt x="1304684" y="2022095"/>
                  </a:lnTo>
                  <a:lnTo>
                    <a:pt x="1297604" y="1995395"/>
                  </a:lnTo>
                  <a:lnTo>
                    <a:pt x="1286228" y="1967793"/>
                  </a:lnTo>
                  <a:lnTo>
                    <a:pt x="1270900" y="1940191"/>
                  </a:lnTo>
                  <a:lnTo>
                    <a:pt x="984827" y="1488459"/>
                  </a:lnTo>
                  <a:lnTo>
                    <a:pt x="1046236" y="1488459"/>
                  </a:lnTo>
                  <a:lnTo>
                    <a:pt x="1185233" y="1707627"/>
                  </a:lnTo>
                  <a:lnTo>
                    <a:pt x="1236787" y="1707627"/>
                  </a:lnTo>
                  <a:lnTo>
                    <a:pt x="1198941" y="1729479"/>
                  </a:lnTo>
                  <a:lnTo>
                    <a:pt x="1314813" y="1912450"/>
                  </a:lnTo>
                  <a:lnTo>
                    <a:pt x="1333852" y="1946711"/>
                  </a:lnTo>
                  <a:lnTo>
                    <a:pt x="1356304" y="2014874"/>
                  </a:lnTo>
                  <a:lnTo>
                    <a:pt x="1359206" y="2154753"/>
                  </a:lnTo>
                  <a:lnTo>
                    <a:pt x="1463067" y="2154753"/>
                  </a:lnTo>
                  <a:lnTo>
                    <a:pt x="834374" y="2517948"/>
                  </a:lnTo>
                  <a:lnTo>
                    <a:pt x="830332" y="2520373"/>
                  </a:lnTo>
                  <a:lnTo>
                    <a:pt x="825845" y="2521335"/>
                  </a:lnTo>
                  <a:close/>
                </a:path>
                <a:path w="2252980" h="2521585">
                  <a:moveTo>
                    <a:pt x="1463067" y="2154753"/>
                  </a:moveTo>
                  <a:lnTo>
                    <a:pt x="1359206" y="2154753"/>
                  </a:lnTo>
                  <a:lnTo>
                    <a:pt x="1587103" y="2023258"/>
                  </a:lnTo>
                  <a:lnTo>
                    <a:pt x="1587088" y="1885350"/>
                  </a:lnTo>
                  <a:lnTo>
                    <a:pt x="1577647" y="1833913"/>
                  </a:lnTo>
                  <a:lnTo>
                    <a:pt x="1550883" y="1778709"/>
                  </a:lnTo>
                  <a:lnTo>
                    <a:pt x="1433816" y="1593858"/>
                  </a:lnTo>
                  <a:lnTo>
                    <a:pt x="1495348" y="1593858"/>
                  </a:lnTo>
                  <a:lnTo>
                    <a:pt x="1594795" y="1750808"/>
                  </a:lnTo>
                  <a:lnTo>
                    <a:pt x="1613809" y="1784977"/>
                  </a:lnTo>
                  <a:lnTo>
                    <a:pt x="1636151" y="1853075"/>
                  </a:lnTo>
                  <a:lnTo>
                    <a:pt x="1639028" y="1885350"/>
                  </a:lnTo>
                  <a:lnTo>
                    <a:pt x="1639028" y="1993111"/>
                  </a:lnTo>
                  <a:lnTo>
                    <a:pt x="1742869" y="1993111"/>
                  </a:lnTo>
                  <a:lnTo>
                    <a:pt x="1463067" y="2154753"/>
                  </a:lnTo>
                  <a:close/>
                </a:path>
                <a:path w="2252980" h="2521585">
                  <a:moveTo>
                    <a:pt x="1742869" y="1993111"/>
                  </a:moveTo>
                  <a:lnTo>
                    <a:pt x="1639028" y="1993111"/>
                  </a:lnTo>
                  <a:lnTo>
                    <a:pt x="2214255" y="1660826"/>
                  </a:lnTo>
                  <a:lnTo>
                    <a:pt x="2218226" y="1658601"/>
                  </a:lnTo>
                  <a:lnTo>
                    <a:pt x="2222713" y="1657479"/>
                  </a:lnTo>
                  <a:lnTo>
                    <a:pt x="2227201" y="1657479"/>
                  </a:lnTo>
                  <a:lnTo>
                    <a:pt x="2252868" y="1680154"/>
                  </a:lnTo>
                  <a:lnTo>
                    <a:pt x="2252162" y="1690152"/>
                  </a:lnTo>
                  <a:lnTo>
                    <a:pt x="2247789" y="1699127"/>
                  </a:lnTo>
                  <a:lnTo>
                    <a:pt x="2240022" y="1705907"/>
                  </a:lnTo>
                  <a:lnTo>
                    <a:pt x="1742869" y="1993111"/>
                  </a:lnTo>
                  <a:close/>
                </a:path>
              </a:pathLst>
            </a:custGeom>
            <a:solidFill>
              <a:srgbClr val="343F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3211697" y="1544562"/>
              <a:ext cx="1935480" cy="1416685"/>
            </a:xfrm>
            <a:custGeom>
              <a:avLst/>
              <a:gdLst/>
              <a:ahLst/>
              <a:cxnLst/>
              <a:rect l="l" t="t" r="r" b="b"/>
              <a:pathLst>
                <a:path w="1935480" h="1416685">
                  <a:moveTo>
                    <a:pt x="0" y="1416617"/>
                  </a:moveTo>
                  <a:lnTo>
                    <a:pt x="0" y="1117707"/>
                  </a:lnTo>
                  <a:lnTo>
                    <a:pt x="1934878" y="0"/>
                  </a:lnTo>
                  <a:lnTo>
                    <a:pt x="1934878" y="143040"/>
                  </a:lnTo>
                  <a:lnTo>
                    <a:pt x="0" y="1416617"/>
                  </a:lnTo>
                  <a:close/>
                </a:path>
              </a:pathLst>
            </a:custGeom>
            <a:solidFill>
              <a:srgbClr val="ABBC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2850457" y="1438414"/>
              <a:ext cx="2296160" cy="1816100"/>
            </a:xfrm>
            <a:custGeom>
              <a:avLst/>
              <a:gdLst/>
              <a:ahLst/>
              <a:cxnLst/>
              <a:rect l="l" t="t" r="r" b="b"/>
              <a:pathLst>
                <a:path w="2296159" h="1816100">
                  <a:moveTo>
                    <a:pt x="2296109" y="105994"/>
                  </a:moveTo>
                  <a:lnTo>
                    <a:pt x="2112607" y="0"/>
                  </a:lnTo>
                  <a:lnTo>
                    <a:pt x="177571" y="1117866"/>
                  </a:lnTo>
                  <a:lnTo>
                    <a:pt x="337096" y="1209929"/>
                  </a:lnTo>
                  <a:lnTo>
                    <a:pt x="311150" y="1220076"/>
                  </a:lnTo>
                  <a:lnTo>
                    <a:pt x="279819" y="1233970"/>
                  </a:lnTo>
                  <a:lnTo>
                    <a:pt x="236093" y="1282369"/>
                  </a:lnTo>
                  <a:lnTo>
                    <a:pt x="139903" y="1385277"/>
                  </a:lnTo>
                  <a:lnTo>
                    <a:pt x="0" y="1533842"/>
                  </a:lnTo>
                  <a:lnTo>
                    <a:pt x="99364" y="1816074"/>
                  </a:lnTo>
                  <a:lnTo>
                    <a:pt x="480314" y="1440192"/>
                  </a:lnTo>
                  <a:lnTo>
                    <a:pt x="480148" y="1155230"/>
                  </a:lnTo>
                  <a:lnTo>
                    <a:pt x="480301" y="1155077"/>
                  </a:lnTo>
                  <a:lnTo>
                    <a:pt x="2296109" y="105994"/>
                  </a:lnTo>
                  <a:close/>
                </a:path>
              </a:pathLst>
            </a:custGeom>
            <a:solidFill>
              <a:srgbClr val="81A6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0924876" y="2486515"/>
              <a:ext cx="2406015" cy="1395730"/>
            </a:xfrm>
            <a:custGeom>
              <a:avLst/>
              <a:gdLst/>
              <a:ahLst/>
              <a:cxnLst/>
              <a:rect l="l" t="t" r="r" b="b"/>
              <a:pathLst>
                <a:path w="2406015" h="1395729">
                  <a:moveTo>
                    <a:pt x="548747" y="1395450"/>
                  </a:moveTo>
                  <a:lnTo>
                    <a:pt x="0" y="1076334"/>
                  </a:lnTo>
                  <a:lnTo>
                    <a:pt x="1473315" y="225305"/>
                  </a:lnTo>
                  <a:lnTo>
                    <a:pt x="2223996" y="0"/>
                  </a:lnTo>
                  <a:lnTo>
                    <a:pt x="2405736" y="107120"/>
                  </a:lnTo>
                  <a:lnTo>
                    <a:pt x="2025267" y="542336"/>
                  </a:lnTo>
                  <a:lnTo>
                    <a:pt x="548747" y="1395450"/>
                  </a:lnTo>
                  <a:close/>
                </a:path>
              </a:pathLst>
            </a:custGeom>
            <a:solidFill>
              <a:srgbClr val="343F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0462031" y="4060927"/>
              <a:ext cx="613410" cy="912494"/>
            </a:xfrm>
            <a:custGeom>
              <a:avLst/>
              <a:gdLst/>
              <a:ahLst/>
              <a:cxnLst/>
              <a:rect l="l" t="t" r="r" b="b"/>
              <a:pathLst>
                <a:path w="613409" h="912495">
                  <a:moveTo>
                    <a:pt x="613013" y="911965"/>
                  </a:moveTo>
                  <a:lnTo>
                    <a:pt x="131898" y="631817"/>
                  </a:lnTo>
                  <a:lnTo>
                    <a:pt x="0" y="0"/>
                  </a:lnTo>
                  <a:lnTo>
                    <a:pt x="481115" y="280148"/>
                  </a:lnTo>
                  <a:lnTo>
                    <a:pt x="613013" y="911965"/>
                  </a:lnTo>
                  <a:close/>
                </a:path>
              </a:pathLst>
            </a:custGeom>
            <a:solidFill>
              <a:srgbClr val="81A6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0551620" y="4236681"/>
              <a:ext cx="448945" cy="632460"/>
            </a:xfrm>
            <a:custGeom>
              <a:avLst/>
              <a:gdLst/>
              <a:ahLst/>
              <a:cxnLst/>
              <a:rect l="l" t="t" r="r" b="b"/>
              <a:pathLst>
                <a:path w="448945" h="632460">
                  <a:moveTo>
                    <a:pt x="220" y="287"/>
                  </a:moveTo>
                  <a:lnTo>
                    <a:pt x="0" y="160"/>
                  </a:lnTo>
                  <a:lnTo>
                    <a:pt x="160" y="0"/>
                  </a:lnTo>
                  <a:lnTo>
                    <a:pt x="220" y="287"/>
                  </a:lnTo>
                  <a:close/>
                </a:path>
                <a:path w="448945" h="632460">
                  <a:moveTo>
                    <a:pt x="448902" y="632458"/>
                  </a:moveTo>
                  <a:lnTo>
                    <a:pt x="88305" y="422547"/>
                  </a:lnTo>
                  <a:lnTo>
                    <a:pt x="220" y="287"/>
                  </a:lnTo>
                  <a:lnTo>
                    <a:pt x="360275" y="208146"/>
                  </a:lnTo>
                  <a:lnTo>
                    <a:pt x="448902" y="632458"/>
                  </a:lnTo>
                  <a:close/>
                </a:path>
              </a:pathLst>
            </a:custGeom>
            <a:solidFill>
              <a:srgbClr val="343F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0462031" y="3958778"/>
              <a:ext cx="525145" cy="382270"/>
            </a:xfrm>
            <a:custGeom>
              <a:avLst/>
              <a:gdLst/>
              <a:ahLst/>
              <a:cxnLst/>
              <a:rect l="l" t="t" r="r" b="b"/>
              <a:pathLst>
                <a:path w="525145" h="382270">
                  <a:moveTo>
                    <a:pt x="481115" y="382137"/>
                  </a:moveTo>
                  <a:lnTo>
                    <a:pt x="0" y="101988"/>
                  </a:lnTo>
                  <a:lnTo>
                    <a:pt x="43752" y="0"/>
                  </a:lnTo>
                  <a:lnTo>
                    <a:pt x="524867" y="280148"/>
                  </a:lnTo>
                  <a:lnTo>
                    <a:pt x="481115" y="382137"/>
                  </a:lnTo>
                  <a:close/>
                </a:path>
              </a:pathLst>
            </a:custGeom>
            <a:solidFill>
              <a:srgbClr val="4E78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0505783" y="2866097"/>
              <a:ext cx="2444750" cy="2106930"/>
            </a:xfrm>
            <a:custGeom>
              <a:avLst/>
              <a:gdLst/>
              <a:ahLst/>
              <a:cxnLst/>
              <a:rect l="l" t="t" r="r" b="b"/>
              <a:pathLst>
                <a:path w="2444750" h="2106929">
                  <a:moveTo>
                    <a:pt x="2155075" y="210870"/>
                  </a:moveTo>
                  <a:lnTo>
                    <a:pt x="1814677" y="293128"/>
                  </a:lnTo>
                  <a:lnTo>
                    <a:pt x="2154910" y="210870"/>
                  </a:lnTo>
                  <a:lnTo>
                    <a:pt x="1793036" y="0"/>
                  </a:lnTo>
                  <a:lnTo>
                    <a:pt x="1452791" y="82257"/>
                  </a:lnTo>
                  <a:lnTo>
                    <a:pt x="1013333" y="336194"/>
                  </a:lnTo>
                  <a:lnTo>
                    <a:pt x="1013193" y="336105"/>
                  </a:lnTo>
                  <a:lnTo>
                    <a:pt x="673430" y="646569"/>
                  </a:lnTo>
                  <a:lnTo>
                    <a:pt x="1035469" y="857440"/>
                  </a:lnTo>
                  <a:lnTo>
                    <a:pt x="1374952" y="547090"/>
                  </a:lnTo>
                  <a:lnTo>
                    <a:pt x="1035469" y="857605"/>
                  </a:lnTo>
                  <a:lnTo>
                    <a:pt x="2155075" y="210870"/>
                  </a:lnTo>
                  <a:close/>
                </a:path>
                <a:path w="2444750" h="2106929">
                  <a:moveTo>
                    <a:pt x="2444356" y="162598"/>
                  </a:moveTo>
                  <a:lnTo>
                    <a:pt x="967828" y="1015707"/>
                  </a:lnTo>
                  <a:lnTo>
                    <a:pt x="419087" y="696595"/>
                  </a:lnTo>
                  <a:lnTo>
                    <a:pt x="0" y="1092682"/>
                  </a:lnTo>
                  <a:lnTo>
                    <a:pt x="481114" y="1372831"/>
                  </a:lnTo>
                  <a:lnTo>
                    <a:pt x="437362" y="1474825"/>
                  </a:lnTo>
                  <a:lnTo>
                    <a:pt x="569252" y="2106638"/>
                  </a:lnTo>
                  <a:lnTo>
                    <a:pt x="911098" y="1930565"/>
                  </a:lnTo>
                  <a:lnTo>
                    <a:pt x="951242" y="1906981"/>
                  </a:lnTo>
                  <a:lnTo>
                    <a:pt x="988250" y="1879320"/>
                  </a:lnTo>
                  <a:lnTo>
                    <a:pt x="1021842" y="1847900"/>
                  </a:lnTo>
                  <a:lnTo>
                    <a:pt x="1051737" y="1813052"/>
                  </a:lnTo>
                  <a:lnTo>
                    <a:pt x="1077683" y="1775091"/>
                  </a:lnTo>
                  <a:lnTo>
                    <a:pt x="1099375" y="1734350"/>
                  </a:lnTo>
                  <a:lnTo>
                    <a:pt x="1116558" y="1691144"/>
                  </a:lnTo>
                  <a:lnTo>
                    <a:pt x="1270901" y="1229791"/>
                  </a:lnTo>
                  <a:lnTo>
                    <a:pt x="2077504" y="763790"/>
                  </a:lnTo>
                  <a:lnTo>
                    <a:pt x="2443873" y="388226"/>
                  </a:lnTo>
                  <a:lnTo>
                    <a:pt x="2444356" y="162598"/>
                  </a:lnTo>
                  <a:close/>
                </a:path>
              </a:pathLst>
            </a:custGeom>
            <a:solidFill>
              <a:srgbClr val="81A6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1712136" y="2988441"/>
              <a:ext cx="392430" cy="229235"/>
            </a:xfrm>
            <a:custGeom>
              <a:avLst/>
              <a:gdLst/>
              <a:ahLst/>
              <a:cxnLst/>
              <a:rect l="l" t="t" r="r" b="b"/>
              <a:pathLst>
                <a:path w="392429" h="229235">
                  <a:moveTo>
                    <a:pt x="196125" y="228993"/>
                  </a:moveTo>
                  <a:lnTo>
                    <a:pt x="121482" y="220594"/>
                  </a:lnTo>
                  <a:lnTo>
                    <a:pt x="55733" y="195478"/>
                  </a:lnTo>
                  <a:lnTo>
                    <a:pt x="18577" y="165749"/>
                  </a:lnTo>
                  <a:lnTo>
                    <a:pt x="0" y="132024"/>
                  </a:lnTo>
                  <a:lnTo>
                    <a:pt x="0" y="96968"/>
                  </a:lnTo>
                  <a:lnTo>
                    <a:pt x="18577" y="63244"/>
                  </a:lnTo>
                  <a:lnTo>
                    <a:pt x="55733" y="33515"/>
                  </a:lnTo>
                  <a:lnTo>
                    <a:pt x="121422" y="8338"/>
                  </a:lnTo>
                  <a:lnTo>
                    <a:pt x="196125" y="0"/>
                  </a:lnTo>
                  <a:lnTo>
                    <a:pt x="234015" y="2102"/>
                  </a:lnTo>
                  <a:lnTo>
                    <a:pt x="305228" y="18874"/>
                  </a:lnTo>
                  <a:lnTo>
                    <a:pt x="373513" y="63244"/>
                  </a:lnTo>
                  <a:lnTo>
                    <a:pt x="392091" y="96968"/>
                  </a:lnTo>
                  <a:lnTo>
                    <a:pt x="392091" y="132024"/>
                  </a:lnTo>
                  <a:lnTo>
                    <a:pt x="373513" y="165749"/>
                  </a:lnTo>
                  <a:lnTo>
                    <a:pt x="336357" y="195478"/>
                  </a:lnTo>
                  <a:lnTo>
                    <a:pt x="270689" y="220654"/>
                  </a:lnTo>
                  <a:lnTo>
                    <a:pt x="196125" y="228993"/>
                  </a:lnTo>
                  <a:close/>
                </a:path>
              </a:pathLst>
            </a:custGeom>
            <a:solidFill>
              <a:srgbClr val="4E78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3244712" y="1491804"/>
              <a:ext cx="1805305" cy="1042669"/>
            </a:xfrm>
            <a:custGeom>
              <a:avLst/>
              <a:gdLst/>
              <a:ahLst/>
              <a:cxnLst/>
              <a:rect l="l" t="t" r="r" b="b"/>
              <a:pathLst>
                <a:path w="1805305" h="1042669">
                  <a:moveTo>
                    <a:pt x="86382" y="1042659"/>
                  </a:moveTo>
                  <a:lnTo>
                    <a:pt x="0" y="992787"/>
                  </a:lnTo>
                  <a:lnTo>
                    <a:pt x="1718680" y="0"/>
                  </a:lnTo>
                  <a:lnTo>
                    <a:pt x="1805063" y="49871"/>
                  </a:lnTo>
                  <a:lnTo>
                    <a:pt x="86382" y="1042659"/>
                  </a:lnTo>
                  <a:close/>
                </a:path>
              </a:pathLst>
            </a:custGeom>
            <a:solidFill>
              <a:srgbClr val="ABBC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4963392" y="1491804"/>
              <a:ext cx="86995" cy="100330"/>
            </a:xfrm>
            <a:custGeom>
              <a:avLst/>
              <a:gdLst/>
              <a:ahLst/>
              <a:cxnLst/>
              <a:rect l="l" t="t" r="r" b="b"/>
              <a:pathLst>
                <a:path w="86994" h="100330">
                  <a:moveTo>
                    <a:pt x="0" y="99743"/>
                  </a:moveTo>
                  <a:lnTo>
                    <a:pt x="0" y="0"/>
                  </a:lnTo>
                  <a:lnTo>
                    <a:pt x="86382" y="49871"/>
                  </a:lnTo>
                  <a:lnTo>
                    <a:pt x="0" y="99743"/>
                  </a:lnTo>
                  <a:close/>
                </a:path>
              </a:pathLst>
            </a:custGeom>
            <a:solidFill>
              <a:srgbClr val="D5DE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92897" y="1430707"/>
              <a:ext cx="174688" cy="172226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94835" y="2846362"/>
              <a:ext cx="220804" cy="314144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14724277" y="716304"/>
              <a:ext cx="1303020" cy="1595755"/>
            </a:xfrm>
            <a:custGeom>
              <a:avLst/>
              <a:gdLst/>
              <a:ahLst/>
              <a:cxnLst/>
              <a:rect l="l" t="t" r="r" b="b"/>
              <a:pathLst>
                <a:path w="1303019" h="1595755">
                  <a:moveTo>
                    <a:pt x="655323" y="793459"/>
                  </a:moveTo>
                  <a:lnTo>
                    <a:pt x="1113200" y="0"/>
                  </a:lnTo>
                  <a:lnTo>
                    <a:pt x="1146925" y="22734"/>
                  </a:lnTo>
                  <a:lnTo>
                    <a:pt x="1177796" y="49984"/>
                  </a:lnTo>
                  <a:lnTo>
                    <a:pt x="1205651" y="81656"/>
                  </a:lnTo>
                  <a:lnTo>
                    <a:pt x="1230329" y="117657"/>
                  </a:lnTo>
                  <a:lnTo>
                    <a:pt x="1251669" y="157894"/>
                  </a:lnTo>
                  <a:lnTo>
                    <a:pt x="1269508" y="202272"/>
                  </a:lnTo>
                  <a:lnTo>
                    <a:pt x="1283686" y="250699"/>
                  </a:lnTo>
                  <a:lnTo>
                    <a:pt x="1294040" y="303082"/>
                  </a:lnTo>
                  <a:lnTo>
                    <a:pt x="1300410" y="359327"/>
                  </a:lnTo>
                  <a:lnTo>
                    <a:pt x="1302633" y="419340"/>
                  </a:lnTo>
                  <a:lnTo>
                    <a:pt x="655323" y="793459"/>
                  </a:lnTo>
                  <a:close/>
                </a:path>
                <a:path w="1303019" h="1595755">
                  <a:moveTo>
                    <a:pt x="649553" y="793941"/>
                  </a:moveTo>
                  <a:lnTo>
                    <a:pt x="191837" y="529507"/>
                  </a:lnTo>
                  <a:lnTo>
                    <a:pt x="219716" y="483211"/>
                  </a:lnTo>
                  <a:lnTo>
                    <a:pt x="249087" y="437961"/>
                  </a:lnTo>
                  <a:lnTo>
                    <a:pt x="279877" y="393886"/>
                  </a:lnTo>
                  <a:lnTo>
                    <a:pt x="312012" y="351116"/>
                  </a:lnTo>
                  <a:lnTo>
                    <a:pt x="345420" y="309778"/>
                  </a:lnTo>
                  <a:lnTo>
                    <a:pt x="380027" y="270003"/>
                  </a:lnTo>
                  <a:lnTo>
                    <a:pt x="415760" y="231920"/>
                  </a:lnTo>
                  <a:lnTo>
                    <a:pt x="452546" y="195658"/>
                  </a:lnTo>
                  <a:lnTo>
                    <a:pt x="490312" y="161346"/>
                  </a:lnTo>
                  <a:lnTo>
                    <a:pt x="528985" y="129113"/>
                  </a:lnTo>
                  <a:lnTo>
                    <a:pt x="568491" y="99089"/>
                  </a:lnTo>
                  <a:lnTo>
                    <a:pt x="608759" y="71403"/>
                  </a:lnTo>
                  <a:lnTo>
                    <a:pt x="649714" y="46183"/>
                  </a:lnTo>
                  <a:lnTo>
                    <a:pt x="649553" y="46183"/>
                  </a:lnTo>
                  <a:lnTo>
                    <a:pt x="649553" y="793941"/>
                  </a:lnTo>
                  <a:close/>
                </a:path>
                <a:path w="1303019" h="1595755">
                  <a:moveTo>
                    <a:pt x="652919" y="1549556"/>
                  </a:moveTo>
                  <a:lnTo>
                    <a:pt x="652919" y="801638"/>
                  </a:lnTo>
                  <a:lnTo>
                    <a:pt x="1110796" y="1066071"/>
                  </a:lnTo>
                  <a:lnTo>
                    <a:pt x="1082950" y="1112399"/>
                  </a:lnTo>
                  <a:lnTo>
                    <a:pt x="1053607" y="1157671"/>
                  </a:lnTo>
                  <a:lnTo>
                    <a:pt x="1022840" y="1201760"/>
                  </a:lnTo>
                  <a:lnTo>
                    <a:pt x="990722" y="1244539"/>
                  </a:lnTo>
                  <a:lnTo>
                    <a:pt x="957326" y="1285880"/>
                  </a:lnTo>
                  <a:lnTo>
                    <a:pt x="922725" y="1325655"/>
                  </a:lnTo>
                  <a:lnTo>
                    <a:pt x="886992" y="1363739"/>
                  </a:lnTo>
                  <a:lnTo>
                    <a:pt x="850200" y="1400002"/>
                  </a:lnTo>
                  <a:lnTo>
                    <a:pt x="812423" y="1434317"/>
                  </a:lnTo>
                  <a:lnTo>
                    <a:pt x="773733" y="1466558"/>
                  </a:lnTo>
                  <a:lnTo>
                    <a:pt x="734204" y="1496596"/>
                  </a:lnTo>
                  <a:lnTo>
                    <a:pt x="693908" y="1524305"/>
                  </a:lnTo>
                  <a:lnTo>
                    <a:pt x="652919" y="1549556"/>
                  </a:lnTo>
                  <a:close/>
                </a:path>
                <a:path w="1303019" h="1595755">
                  <a:moveTo>
                    <a:pt x="647069" y="802418"/>
                  </a:moveTo>
                  <a:lnTo>
                    <a:pt x="647149" y="802279"/>
                  </a:lnTo>
                  <a:lnTo>
                    <a:pt x="647309" y="802279"/>
                  </a:lnTo>
                  <a:lnTo>
                    <a:pt x="647069" y="802418"/>
                  </a:lnTo>
                  <a:close/>
                </a:path>
                <a:path w="1303019" h="1595755">
                  <a:moveTo>
                    <a:pt x="189433" y="1595579"/>
                  </a:moveTo>
                  <a:lnTo>
                    <a:pt x="155747" y="1572844"/>
                  </a:lnTo>
                  <a:lnTo>
                    <a:pt x="124898" y="1545594"/>
                  </a:lnTo>
                  <a:lnTo>
                    <a:pt x="97052" y="1513922"/>
                  </a:lnTo>
                  <a:lnTo>
                    <a:pt x="72373" y="1477921"/>
                  </a:lnTo>
                  <a:lnTo>
                    <a:pt x="51024" y="1437685"/>
                  </a:lnTo>
                  <a:lnTo>
                    <a:pt x="33171" y="1393306"/>
                  </a:lnTo>
                  <a:lnTo>
                    <a:pt x="18977" y="1344879"/>
                  </a:lnTo>
                  <a:lnTo>
                    <a:pt x="8608" y="1292496"/>
                  </a:lnTo>
                  <a:lnTo>
                    <a:pt x="2227" y="1236252"/>
                  </a:lnTo>
                  <a:lnTo>
                    <a:pt x="0" y="1176238"/>
                  </a:lnTo>
                  <a:lnTo>
                    <a:pt x="647069" y="802418"/>
                  </a:lnTo>
                  <a:lnTo>
                    <a:pt x="189433" y="1595579"/>
                  </a:lnTo>
                  <a:close/>
                </a:path>
              </a:pathLst>
            </a:custGeom>
            <a:solidFill>
              <a:srgbClr val="81A6CD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7" name="object 2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849988" y="9039131"/>
            <a:ext cx="1438012" cy="12478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0149" y="3648924"/>
            <a:ext cx="133350" cy="13334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0149" y="5744424"/>
            <a:ext cx="133350" cy="13334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517550" y="3395528"/>
            <a:ext cx="5241925" cy="317373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 marR="127635">
              <a:lnSpc>
                <a:spcPts val="4130"/>
              </a:lnSpc>
              <a:spcBef>
                <a:spcPts val="265"/>
              </a:spcBef>
            </a:pP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Cuts delivery</a:t>
            </a:r>
            <a:r>
              <a:rPr dirty="0" sz="3450" spc="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time</a:t>
            </a:r>
            <a:r>
              <a:rPr dirty="0" sz="3450" spc="-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with</a:t>
            </a:r>
            <a:r>
              <a:rPr dirty="0" sz="3450" spc="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 spc="-25">
                <a:solidFill>
                  <a:srgbClr val="ABBCC8"/>
                </a:solidFill>
                <a:latin typeface="Microsoft Sans Serif"/>
                <a:cs typeface="Microsoft Sans Serif"/>
              </a:rPr>
              <a:t>AI-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optimized</a:t>
            </a:r>
            <a:r>
              <a:rPr dirty="0" sz="3450" spc="-1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routes</a:t>
            </a:r>
            <a:r>
              <a:rPr dirty="0" sz="3450" spc="-10">
                <a:solidFill>
                  <a:srgbClr val="ABBCC8"/>
                </a:solidFill>
                <a:latin typeface="Microsoft Sans Serif"/>
                <a:cs typeface="Microsoft Sans Serif"/>
              </a:rPr>
              <a:t> (avoids traffic)</a:t>
            </a:r>
            <a:endParaRPr sz="34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3450">
              <a:latin typeface="Microsoft Sans Serif"/>
              <a:cs typeface="Microsoft Sans Serif"/>
            </a:endParaRPr>
          </a:p>
          <a:p>
            <a:pPr marL="12700" marR="5080">
              <a:lnSpc>
                <a:spcPts val="4130"/>
              </a:lnSpc>
              <a:spcBef>
                <a:spcPts val="5"/>
              </a:spcBef>
            </a:pP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Reaches</a:t>
            </a:r>
            <a:r>
              <a:rPr dirty="0" sz="3450" spc="1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remote</a:t>
            </a:r>
            <a:r>
              <a:rPr dirty="0" sz="3450" spc="1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 spc="-10">
                <a:solidFill>
                  <a:srgbClr val="ABBCC8"/>
                </a:solidFill>
                <a:latin typeface="Microsoft Sans Serif"/>
                <a:cs typeface="Microsoft Sans Serif"/>
              </a:rPr>
              <a:t>locations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quickly for</a:t>
            </a:r>
            <a:r>
              <a:rPr dirty="0" sz="3450" spc="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 spc="-10">
                <a:solidFill>
                  <a:srgbClr val="ABBCC8"/>
                </a:solidFill>
                <a:latin typeface="Microsoft Sans Serif"/>
                <a:cs typeface="Microsoft Sans Serif"/>
              </a:rPr>
              <a:t>on-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time</a:t>
            </a:r>
            <a:r>
              <a:rPr dirty="0" sz="3450" spc="1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 spc="-10">
                <a:solidFill>
                  <a:srgbClr val="ABBCC8"/>
                </a:solidFill>
                <a:latin typeface="Microsoft Sans Serif"/>
                <a:cs typeface="Microsoft Sans Serif"/>
              </a:rPr>
              <a:t>delivery</a:t>
            </a:r>
            <a:endParaRPr sz="34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 marR="5080">
              <a:lnSpc>
                <a:spcPts val="5250"/>
              </a:lnSpc>
              <a:spcBef>
                <a:spcPts val="220"/>
              </a:spcBef>
            </a:pPr>
            <a:r>
              <a:rPr dirty="0" spc="-30"/>
              <a:t>Last-</a:t>
            </a:r>
            <a:r>
              <a:rPr dirty="0"/>
              <a:t>Mile</a:t>
            </a:r>
            <a:r>
              <a:rPr dirty="0" spc="-60"/>
              <a:t> </a:t>
            </a:r>
            <a:r>
              <a:rPr dirty="0" spc="-10"/>
              <a:t>Delivery Optimization</a:t>
            </a: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7849" y="3658449"/>
            <a:ext cx="133349" cy="13334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7849" y="5258649"/>
            <a:ext cx="133349" cy="13334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7849" y="6858849"/>
            <a:ext cx="133349" cy="133349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0863762" y="5000585"/>
            <a:ext cx="4999990" cy="2160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474980">
              <a:lnSpc>
                <a:spcPct val="100000"/>
              </a:lnSpc>
              <a:spcBef>
                <a:spcPts val="105"/>
              </a:spcBef>
            </a:pPr>
            <a:r>
              <a:rPr dirty="0" sz="3500">
                <a:solidFill>
                  <a:srgbClr val="ABBCC8"/>
                </a:solidFill>
                <a:latin typeface="Microsoft Sans Serif"/>
                <a:cs typeface="Microsoft Sans Serif"/>
              </a:rPr>
              <a:t>Streamlines</a:t>
            </a:r>
            <a:r>
              <a:rPr dirty="0" sz="3500" spc="-7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500" spc="-10">
                <a:solidFill>
                  <a:srgbClr val="ABBCC8"/>
                </a:solidFill>
                <a:latin typeface="Microsoft Sans Serif"/>
                <a:cs typeface="Microsoft Sans Serif"/>
              </a:rPr>
              <a:t>inventory </a:t>
            </a:r>
            <a:r>
              <a:rPr dirty="0" sz="3500">
                <a:solidFill>
                  <a:srgbClr val="ABBCC8"/>
                </a:solidFill>
                <a:latin typeface="Microsoft Sans Serif"/>
                <a:cs typeface="Microsoft Sans Serif"/>
              </a:rPr>
              <a:t>movement</a:t>
            </a:r>
            <a:r>
              <a:rPr dirty="0" sz="3500" spc="1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500">
                <a:solidFill>
                  <a:srgbClr val="ABBCC8"/>
                </a:solidFill>
                <a:latin typeface="Microsoft Sans Serif"/>
                <a:cs typeface="Microsoft Sans Serif"/>
              </a:rPr>
              <a:t>&amp;</a:t>
            </a:r>
            <a:r>
              <a:rPr dirty="0" sz="3500" spc="2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500" spc="-10">
                <a:solidFill>
                  <a:srgbClr val="ABBCC8"/>
                </a:solidFill>
                <a:latin typeface="Microsoft Sans Serif"/>
                <a:cs typeface="Microsoft Sans Serif"/>
              </a:rPr>
              <a:t>fulfillment</a:t>
            </a:r>
            <a:endParaRPr sz="35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35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3500">
                <a:solidFill>
                  <a:srgbClr val="ABBCC8"/>
                </a:solidFill>
                <a:latin typeface="Microsoft Sans Serif"/>
                <a:cs typeface="Microsoft Sans Serif"/>
              </a:rPr>
              <a:t>Lowers</a:t>
            </a:r>
            <a:r>
              <a:rPr dirty="0" sz="3500" spc="-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500">
                <a:solidFill>
                  <a:srgbClr val="ABBCC8"/>
                </a:solidFill>
                <a:latin typeface="Microsoft Sans Serif"/>
                <a:cs typeface="Microsoft Sans Serif"/>
              </a:rPr>
              <a:t>costs (fuel, </a:t>
            </a:r>
            <a:r>
              <a:rPr dirty="0" sz="3500" spc="-10">
                <a:solidFill>
                  <a:srgbClr val="ABBCC8"/>
                </a:solidFill>
                <a:latin typeface="Microsoft Sans Serif"/>
                <a:cs typeface="Microsoft Sans Serif"/>
              </a:rPr>
              <a:t>labor)</a:t>
            </a:r>
            <a:endParaRPr sz="3500">
              <a:latin typeface="Microsoft Sans Serif"/>
              <a:cs typeface="Microsoft Sans Serif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691805" y="1606813"/>
            <a:ext cx="5617845" cy="288734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700" marR="2027555">
              <a:lnSpc>
                <a:spcPts val="5250"/>
              </a:lnSpc>
              <a:spcBef>
                <a:spcPts val="300"/>
              </a:spcBef>
            </a:pPr>
            <a:r>
              <a:rPr dirty="0" sz="4400" b="1">
                <a:solidFill>
                  <a:srgbClr val="2F5B98"/>
                </a:solidFill>
                <a:latin typeface="Arial"/>
                <a:cs typeface="Arial"/>
              </a:rPr>
              <a:t>Supply</a:t>
            </a:r>
            <a:r>
              <a:rPr dirty="0" sz="4400" spc="-100" b="1">
                <a:solidFill>
                  <a:srgbClr val="2F5B98"/>
                </a:solidFill>
                <a:latin typeface="Arial"/>
                <a:cs typeface="Arial"/>
              </a:rPr>
              <a:t> </a:t>
            </a:r>
            <a:r>
              <a:rPr dirty="0" sz="4400" spc="-20" b="1">
                <a:solidFill>
                  <a:srgbClr val="2F5B98"/>
                </a:solidFill>
                <a:latin typeface="Arial"/>
                <a:cs typeface="Arial"/>
              </a:rPr>
              <a:t>Chain </a:t>
            </a:r>
            <a:r>
              <a:rPr dirty="0" sz="4400" b="1">
                <a:solidFill>
                  <a:srgbClr val="2F5B98"/>
                </a:solidFill>
                <a:latin typeface="Arial"/>
                <a:cs typeface="Arial"/>
              </a:rPr>
              <a:t>&amp;</a:t>
            </a:r>
            <a:r>
              <a:rPr dirty="0" sz="4400" spc="-5" b="1">
                <a:solidFill>
                  <a:srgbClr val="2F5B98"/>
                </a:solidFill>
                <a:latin typeface="Arial"/>
                <a:cs typeface="Arial"/>
              </a:rPr>
              <a:t> </a:t>
            </a:r>
            <a:r>
              <a:rPr dirty="0" sz="4400" spc="-10" b="1">
                <a:solidFill>
                  <a:srgbClr val="2F5B98"/>
                </a:solidFill>
                <a:latin typeface="Arial"/>
                <a:cs typeface="Arial"/>
              </a:rPr>
              <a:t>Logistics</a:t>
            </a:r>
            <a:endParaRPr sz="4400">
              <a:latin typeface="Arial"/>
              <a:cs typeface="Arial"/>
            </a:endParaRPr>
          </a:p>
          <a:p>
            <a:pPr marL="184150" marR="5080">
              <a:lnSpc>
                <a:spcPct val="100000"/>
              </a:lnSpc>
              <a:spcBef>
                <a:spcPts val="3429"/>
              </a:spcBef>
            </a:pPr>
            <a:r>
              <a:rPr dirty="0" sz="3500">
                <a:solidFill>
                  <a:srgbClr val="ABBCC8"/>
                </a:solidFill>
                <a:latin typeface="Microsoft Sans Serif"/>
                <a:cs typeface="Microsoft Sans Serif"/>
              </a:rPr>
              <a:t>Automates</a:t>
            </a:r>
            <a:r>
              <a:rPr dirty="0" sz="3500" spc="-4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500">
                <a:solidFill>
                  <a:srgbClr val="ABBCC8"/>
                </a:solidFill>
                <a:latin typeface="Microsoft Sans Serif"/>
                <a:cs typeface="Microsoft Sans Serif"/>
              </a:rPr>
              <a:t>internal</a:t>
            </a:r>
            <a:r>
              <a:rPr dirty="0" sz="3500" spc="-3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500" spc="-10">
                <a:solidFill>
                  <a:srgbClr val="ABBCC8"/>
                </a:solidFill>
                <a:latin typeface="Microsoft Sans Serif"/>
                <a:cs typeface="Microsoft Sans Serif"/>
              </a:rPr>
              <a:t>logistics </a:t>
            </a:r>
            <a:r>
              <a:rPr dirty="0" sz="3500">
                <a:solidFill>
                  <a:srgbClr val="ABBCC8"/>
                </a:solidFill>
                <a:latin typeface="Microsoft Sans Serif"/>
                <a:cs typeface="Microsoft Sans Serif"/>
              </a:rPr>
              <a:t>(e.g. warehouse </a:t>
            </a:r>
            <a:r>
              <a:rPr dirty="0" sz="3500" spc="-10">
                <a:solidFill>
                  <a:srgbClr val="ABBCC8"/>
                </a:solidFill>
                <a:latin typeface="Microsoft Sans Serif"/>
                <a:cs typeface="Microsoft Sans Serif"/>
              </a:rPr>
              <a:t>transfers)</a:t>
            </a:r>
            <a:endParaRPr sz="3500">
              <a:latin typeface="Microsoft Sans Serif"/>
              <a:cs typeface="Microsoft Sans Serif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6947572" y="1350722"/>
            <a:ext cx="2200275" cy="1962150"/>
            <a:chOff x="6947572" y="1350722"/>
            <a:chExt cx="2200275" cy="1962150"/>
          </a:xfrm>
        </p:grpSpPr>
        <p:sp>
          <p:nvSpPr>
            <p:cNvPr id="12" name="object 12" descr=""/>
            <p:cNvSpPr/>
            <p:nvPr/>
          </p:nvSpPr>
          <p:spPr>
            <a:xfrm>
              <a:off x="6990566" y="2208215"/>
              <a:ext cx="1888489" cy="1061720"/>
            </a:xfrm>
            <a:custGeom>
              <a:avLst/>
              <a:gdLst/>
              <a:ahLst/>
              <a:cxnLst/>
              <a:rect l="l" t="t" r="r" b="b"/>
              <a:pathLst>
                <a:path w="1888490" h="1061720">
                  <a:moveTo>
                    <a:pt x="1888423" y="1061694"/>
                  </a:moveTo>
                  <a:lnTo>
                    <a:pt x="0" y="1061694"/>
                  </a:lnTo>
                  <a:lnTo>
                    <a:pt x="0" y="0"/>
                  </a:lnTo>
                  <a:lnTo>
                    <a:pt x="1888423" y="0"/>
                  </a:lnTo>
                  <a:lnTo>
                    <a:pt x="1888423" y="1061694"/>
                  </a:lnTo>
                  <a:close/>
                </a:path>
              </a:pathLst>
            </a:custGeom>
            <a:solidFill>
              <a:srgbClr val="608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172896" y="2379827"/>
              <a:ext cx="687070" cy="718820"/>
            </a:xfrm>
            <a:custGeom>
              <a:avLst/>
              <a:gdLst/>
              <a:ahLst/>
              <a:cxnLst/>
              <a:rect l="l" t="t" r="r" b="b"/>
              <a:pathLst>
                <a:path w="687070" h="718819">
                  <a:moveTo>
                    <a:pt x="273646" y="0"/>
                  </a:moveTo>
                  <a:lnTo>
                    <a:pt x="0" y="0"/>
                  </a:lnTo>
                  <a:lnTo>
                    <a:pt x="0" y="718489"/>
                  </a:lnTo>
                  <a:lnTo>
                    <a:pt x="273646" y="718489"/>
                  </a:lnTo>
                  <a:lnTo>
                    <a:pt x="273646" y="0"/>
                  </a:lnTo>
                  <a:close/>
                </a:path>
                <a:path w="687070" h="718819">
                  <a:moveTo>
                    <a:pt x="686892" y="0"/>
                  </a:moveTo>
                  <a:lnTo>
                    <a:pt x="412991" y="0"/>
                  </a:lnTo>
                  <a:lnTo>
                    <a:pt x="412991" y="718489"/>
                  </a:lnTo>
                  <a:lnTo>
                    <a:pt x="686892" y="718489"/>
                  </a:lnTo>
                  <a:lnTo>
                    <a:pt x="686892" y="0"/>
                  </a:lnTo>
                  <a:close/>
                </a:path>
              </a:pathLst>
            </a:custGeom>
            <a:solidFill>
              <a:srgbClr val="B8C7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990566" y="1393685"/>
              <a:ext cx="1056005" cy="1054735"/>
            </a:xfrm>
            <a:custGeom>
              <a:avLst/>
              <a:gdLst/>
              <a:ahLst/>
              <a:cxnLst/>
              <a:rect l="l" t="t" r="r" b="b"/>
              <a:pathLst>
                <a:path w="1056004" h="1054735">
                  <a:moveTo>
                    <a:pt x="527807" y="1054617"/>
                  </a:moveTo>
                  <a:lnTo>
                    <a:pt x="479735" y="1052463"/>
                  </a:lnTo>
                  <a:lnTo>
                    <a:pt x="432871" y="1046123"/>
                  </a:lnTo>
                  <a:lnTo>
                    <a:pt x="387407" y="1035785"/>
                  </a:lnTo>
                  <a:lnTo>
                    <a:pt x="343530" y="1021634"/>
                  </a:lnTo>
                  <a:lnTo>
                    <a:pt x="301427" y="1003856"/>
                  </a:lnTo>
                  <a:lnTo>
                    <a:pt x="261282" y="982638"/>
                  </a:lnTo>
                  <a:lnTo>
                    <a:pt x="223284" y="958165"/>
                  </a:lnTo>
                  <a:lnTo>
                    <a:pt x="187617" y="930625"/>
                  </a:lnTo>
                  <a:lnTo>
                    <a:pt x="154467" y="900203"/>
                  </a:lnTo>
                  <a:lnTo>
                    <a:pt x="124021" y="867085"/>
                  </a:lnTo>
                  <a:lnTo>
                    <a:pt x="96463" y="831457"/>
                  </a:lnTo>
                  <a:lnTo>
                    <a:pt x="71980" y="793507"/>
                  </a:lnTo>
                  <a:lnTo>
                    <a:pt x="50756" y="753418"/>
                  </a:lnTo>
                  <a:lnTo>
                    <a:pt x="32976" y="711379"/>
                  </a:lnTo>
                  <a:lnTo>
                    <a:pt x="18827" y="667575"/>
                  </a:lnTo>
                  <a:lnTo>
                    <a:pt x="8491" y="622192"/>
                  </a:lnTo>
                  <a:lnTo>
                    <a:pt x="2154" y="575417"/>
                  </a:lnTo>
                  <a:lnTo>
                    <a:pt x="0" y="527435"/>
                  </a:lnTo>
                  <a:lnTo>
                    <a:pt x="2158" y="479413"/>
                  </a:lnTo>
                  <a:lnTo>
                    <a:pt x="8508" y="432602"/>
                  </a:lnTo>
                  <a:lnTo>
                    <a:pt x="18864" y="387188"/>
                  </a:lnTo>
                  <a:lnTo>
                    <a:pt x="33039" y="343357"/>
                  </a:lnTo>
                  <a:lnTo>
                    <a:pt x="50845" y="301294"/>
                  </a:lnTo>
                  <a:lnTo>
                    <a:pt x="72095" y="261185"/>
                  </a:lnTo>
                  <a:lnTo>
                    <a:pt x="96604" y="223217"/>
                  </a:lnTo>
                  <a:lnTo>
                    <a:pt x="124185" y="187575"/>
                  </a:lnTo>
                  <a:lnTo>
                    <a:pt x="154649" y="154446"/>
                  </a:lnTo>
                  <a:lnTo>
                    <a:pt x="187812" y="124014"/>
                  </a:lnTo>
                  <a:lnTo>
                    <a:pt x="223485" y="96466"/>
                  </a:lnTo>
                  <a:lnTo>
                    <a:pt x="261482" y="71988"/>
                  </a:lnTo>
                  <a:lnTo>
                    <a:pt x="301616" y="50766"/>
                  </a:lnTo>
                  <a:lnTo>
                    <a:pt x="343701" y="32986"/>
                  </a:lnTo>
                  <a:lnTo>
                    <a:pt x="387549" y="18833"/>
                  </a:lnTo>
                  <a:lnTo>
                    <a:pt x="432974" y="8494"/>
                  </a:lnTo>
                  <a:lnTo>
                    <a:pt x="479789" y="2154"/>
                  </a:lnTo>
                  <a:lnTo>
                    <a:pt x="527807" y="0"/>
                  </a:lnTo>
                  <a:lnTo>
                    <a:pt x="528313" y="0"/>
                  </a:lnTo>
                  <a:lnTo>
                    <a:pt x="576317" y="2154"/>
                  </a:lnTo>
                  <a:lnTo>
                    <a:pt x="623143" y="8494"/>
                  </a:lnTo>
                  <a:lnTo>
                    <a:pt x="668563" y="18833"/>
                  </a:lnTo>
                  <a:lnTo>
                    <a:pt x="712399" y="32986"/>
                  </a:lnTo>
                  <a:lnTo>
                    <a:pt x="754466" y="50766"/>
                  </a:lnTo>
                  <a:lnTo>
                    <a:pt x="794579" y="71988"/>
                  </a:lnTo>
                  <a:lnTo>
                    <a:pt x="832552" y="96466"/>
                  </a:lnTo>
                  <a:lnTo>
                    <a:pt x="868200" y="124014"/>
                  </a:lnTo>
                  <a:lnTo>
                    <a:pt x="901336" y="154446"/>
                  </a:lnTo>
                  <a:lnTo>
                    <a:pt x="931776" y="187575"/>
                  </a:lnTo>
                  <a:lnTo>
                    <a:pt x="959333" y="223217"/>
                  </a:lnTo>
                  <a:lnTo>
                    <a:pt x="983821" y="261185"/>
                  </a:lnTo>
                  <a:lnTo>
                    <a:pt x="1005055" y="301294"/>
                  </a:lnTo>
                  <a:lnTo>
                    <a:pt x="1022847" y="343357"/>
                  </a:lnTo>
                  <a:lnTo>
                    <a:pt x="1037011" y="387188"/>
                  </a:lnTo>
                  <a:lnTo>
                    <a:pt x="1047361" y="432602"/>
                  </a:lnTo>
                  <a:lnTo>
                    <a:pt x="1053709" y="479413"/>
                  </a:lnTo>
                  <a:lnTo>
                    <a:pt x="1055868" y="527435"/>
                  </a:lnTo>
                  <a:lnTo>
                    <a:pt x="1053710" y="575417"/>
                  </a:lnTo>
                  <a:lnTo>
                    <a:pt x="1047359" y="622192"/>
                  </a:lnTo>
                  <a:lnTo>
                    <a:pt x="1037002" y="667575"/>
                  </a:lnTo>
                  <a:lnTo>
                    <a:pt x="1022826" y="711379"/>
                  </a:lnTo>
                  <a:lnTo>
                    <a:pt x="1005017" y="753418"/>
                  </a:lnTo>
                  <a:lnTo>
                    <a:pt x="983763" y="793507"/>
                  </a:lnTo>
                  <a:lnTo>
                    <a:pt x="959248" y="831457"/>
                  </a:lnTo>
                  <a:lnTo>
                    <a:pt x="931661" y="867085"/>
                  </a:lnTo>
                  <a:lnTo>
                    <a:pt x="901186" y="900203"/>
                  </a:lnTo>
                  <a:lnTo>
                    <a:pt x="868012" y="930625"/>
                  </a:lnTo>
                  <a:lnTo>
                    <a:pt x="832325" y="958165"/>
                  </a:lnTo>
                  <a:lnTo>
                    <a:pt x="794310" y="982638"/>
                  </a:lnTo>
                  <a:lnTo>
                    <a:pt x="754156" y="1003856"/>
                  </a:lnTo>
                  <a:lnTo>
                    <a:pt x="712047" y="1021634"/>
                  </a:lnTo>
                  <a:lnTo>
                    <a:pt x="668172" y="1035785"/>
                  </a:lnTo>
                  <a:lnTo>
                    <a:pt x="622716" y="1046123"/>
                  </a:lnTo>
                  <a:lnTo>
                    <a:pt x="575865" y="1052463"/>
                  </a:lnTo>
                  <a:lnTo>
                    <a:pt x="527807" y="1054617"/>
                  </a:lnTo>
                  <a:close/>
                </a:path>
              </a:pathLst>
            </a:custGeom>
            <a:solidFill>
              <a:srgbClr val="07A7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878737" y="2369200"/>
              <a:ext cx="225425" cy="739775"/>
            </a:xfrm>
            <a:custGeom>
              <a:avLst/>
              <a:gdLst/>
              <a:ahLst/>
              <a:cxnLst/>
              <a:rect l="l" t="t" r="r" b="b"/>
              <a:pathLst>
                <a:path w="225425" h="739775">
                  <a:moveTo>
                    <a:pt x="225336" y="739723"/>
                  </a:moveTo>
                  <a:lnTo>
                    <a:pt x="0" y="739723"/>
                  </a:lnTo>
                  <a:lnTo>
                    <a:pt x="0" y="0"/>
                  </a:lnTo>
                  <a:lnTo>
                    <a:pt x="225336" y="0"/>
                  </a:lnTo>
                  <a:lnTo>
                    <a:pt x="225336" y="739723"/>
                  </a:lnTo>
                  <a:close/>
                </a:path>
              </a:pathLst>
            </a:custGeom>
            <a:solidFill>
              <a:srgbClr val="608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004442" y="2379827"/>
              <a:ext cx="687070" cy="718820"/>
            </a:xfrm>
            <a:custGeom>
              <a:avLst/>
              <a:gdLst/>
              <a:ahLst/>
              <a:cxnLst/>
              <a:rect l="l" t="t" r="r" b="b"/>
              <a:pathLst>
                <a:path w="687070" h="718819">
                  <a:moveTo>
                    <a:pt x="273646" y="0"/>
                  </a:moveTo>
                  <a:lnTo>
                    <a:pt x="0" y="0"/>
                  </a:lnTo>
                  <a:lnTo>
                    <a:pt x="0" y="718489"/>
                  </a:lnTo>
                  <a:lnTo>
                    <a:pt x="273646" y="718489"/>
                  </a:lnTo>
                  <a:lnTo>
                    <a:pt x="273646" y="0"/>
                  </a:lnTo>
                  <a:close/>
                </a:path>
                <a:path w="687070" h="718819">
                  <a:moveTo>
                    <a:pt x="686892" y="0"/>
                  </a:moveTo>
                  <a:lnTo>
                    <a:pt x="412991" y="0"/>
                  </a:lnTo>
                  <a:lnTo>
                    <a:pt x="412991" y="718489"/>
                  </a:lnTo>
                  <a:lnTo>
                    <a:pt x="686892" y="718489"/>
                  </a:lnTo>
                  <a:lnTo>
                    <a:pt x="686892" y="0"/>
                  </a:lnTo>
                  <a:close/>
                </a:path>
              </a:pathLst>
            </a:custGeom>
            <a:solidFill>
              <a:srgbClr val="B8C7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947560" y="2165260"/>
              <a:ext cx="2200275" cy="1147445"/>
            </a:xfrm>
            <a:custGeom>
              <a:avLst/>
              <a:gdLst/>
              <a:ahLst/>
              <a:cxnLst/>
              <a:rect l="l" t="t" r="r" b="b"/>
              <a:pathLst>
                <a:path w="2200275" h="1147445">
                  <a:moveTo>
                    <a:pt x="547281" y="432663"/>
                  </a:moveTo>
                  <a:lnTo>
                    <a:pt x="525411" y="394030"/>
                  </a:lnTo>
                  <a:lnTo>
                    <a:pt x="504291" y="388429"/>
                  </a:lnTo>
                  <a:lnTo>
                    <a:pt x="487654" y="391807"/>
                  </a:lnTo>
                  <a:lnTo>
                    <a:pt x="473976" y="400977"/>
                  </a:lnTo>
                  <a:lnTo>
                    <a:pt x="464705" y="414553"/>
                  </a:lnTo>
                  <a:lnTo>
                    <a:pt x="461302" y="431139"/>
                  </a:lnTo>
                  <a:lnTo>
                    <a:pt x="461302" y="890346"/>
                  </a:lnTo>
                  <a:lnTo>
                    <a:pt x="273900" y="890346"/>
                  </a:lnTo>
                  <a:lnTo>
                    <a:pt x="273900" y="325755"/>
                  </a:lnTo>
                  <a:lnTo>
                    <a:pt x="247408" y="286169"/>
                  </a:lnTo>
                  <a:lnTo>
                    <a:pt x="230657" y="282790"/>
                  </a:lnTo>
                  <a:lnTo>
                    <a:pt x="213906" y="286169"/>
                  </a:lnTo>
                  <a:lnTo>
                    <a:pt x="200240" y="295363"/>
                  </a:lnTo>
                  <a:lnTo>
                    <a:pt x="191033" y="309029"/>
                  </a:lnTo>
                  <a:lnTo>
                    <a:pt x="187655" y="325755"/>
                  </a:lnTo>
                  <a:lnTo>
                    <a:pt x="187655" y="933056"/>
                  </a:lnTo>
                  <a:lnTo>
                    <a:pt x="191033" y="949794"/>
                  </a:lnTo>
                  <a:lnTo>
                    <a:pt x="200240" y="963447"/>
                  </a:lnTo>
                  <a:lnTo>
                    <a:pt x="213906" y="972642"/>
                  </a:lnTo>
                  <a:lnTo>
                    <a:pt x="230657" y="976020"/>
                  </a:lnTo>
                  <a:lnTo>
                    <a:pt x="504291" y="976020"/>
                  </a:lnTo>
                  <a:lnTo>
                    <a:pt x="521042" y="972642"/>
                  </a:lnTo>
                  <a:lnTo>
                    <a:pt x="534708" y="963447"/>
                  </a:lnTo>
                  <a:lnTo>
                    <a:pt x="543915" y="949794"/>
                  </a:lnTo>
                  <a:lnTo>
                    <a:pt x="547281" y="933056"/>
                  </a:lnTo>
                  <a:lnTo>
                    <a:pt x="547281" y="432663"/>
                  </a:lnTo>
                  <a:close/>
                </a:path>
                <a:path w="2200275" h="1147445">
                  <a:moveTo>
                    <a:pt x="960526" y="326771"/>
                  </a:moveTo>
                  <a:lnTo>
                    <a:pt x="938758" y="288137"/>
                  </a:lnTo>
                  <a:lnTo>
                    <a:pt x="917536" y="282536"/>
                  </a:lnTo>
                  <a:lnTo>
                    <a:pt x="900899" y="285915"/>
                  </a:lnTo>
                  <a:lnTo>
                    <a:pt x="887222" y="295109"/>
                  </a:lnTo>
                  <a:lnTo>
                    <a:pt x="877951" y="308775"/>
                  </a:lnTo>
                  <a:lnTo>
                    <a:pt x="874547" y="325501"/>
                  </a:lnTo>
                  <a:lnTo>
                    <a:pt x="874547" y="890092"/>
                  </a:lnTo>
                  <a:lnTo>
                    <a:pt x="686892" y="890092"/>
                  </a:lnTo>
                  <a:lnTo>
                    <a:pt x="686892" y="431139"/>
                  </a:lnTo>
                  <a:lnTo>
                    <a:pt x="660641" y="391769"/>
                  </a:lnTo>
                  <a:lnTo>
                    <a:pt x="643890" y="388429"/>
                  </a:lnTo>
                  <a:lnTo>
                    <a:pt x="627151" y="391769"/>
                  </a:lnTo>
                  <a:lnTo>
                    <a:pt x="613486" y="400913"/>
                  </a:lnTo>
                  <a:lnTo>
                    <a:pt x="604278" y="414553"/>
                  </a:lnTo>
                  <a:lnTo>
                    <a:pt x="600900" y="431393"/>
                  </a:lnTo>
                  <a:lnTo>
                    <a:pt x="600900" y="933056"/>
                  </a:lnTo>
                  <a:lnTo>
                    <a:pt x="604316" y="949794"/>
                  </a:lnTo>
                  <a:lnTo>
                    <a:pt x="613575" y="963447"/>
                  </a:lnTo>
                  <a:lnTo>
                    <a:pt x="627253" y="972642"/>
                  </a:lnTo>
                  <a:lnTo>
                    <a:pt x="643890" y="976020"/>
                  </a:lnTo>
                  <a:lnTo>
                    <a:pt x="917536" y="976020"/>
                  </a:lnTo>
                  <a:lnTo>
                    <a:pt x="934288" y="972604"/>
                  </a:lnTo>
                  <a:lnTo>
                    <a:pt x="947953" y="963345"/>
                  </a:lnTo>
                  <a:lnTo>
                    <a:pt x="957160" y="949680"/>
                  </a:lnTo>
                  <a:lnTo>
                    <a:pt x="960526" y="933056"/>
                  </a:lnTo>
                  <a:lnTo>
                    <a:pt x="960526" y="326771"/>
                  </a:lnTo>
                  <a:close/>
                </a:path>
                <a:path w="2200275" h="1147445">
                  <a:moveTo>
                    <a:pt x="1373771" y="214566"/>
                  </a:moveTo>
                  <a:lnTo>
                    <a:pt x="1370368" y="197827"/>
                  </a:lnTo>
                  <a:lnTo>
                    <a:pt x="1361097" y="184175"/>
                  </a:lnTo>
                  <a:lnTo>
                    <a:pt x="1347419" y="174967"/>
                  </a:lnTo>
                  <a:lnTo>
                    <a:pt x="1330782" y="171602"/>
                  </a:lnTo>
                  <a:lnTo>
                    <a:pt x="1287538" y="171602"/>
                  </a:lnTo>
                  <a:lnTo>
                    <a:pt x="1287538" y="257517"/>
                  </a:lnTo>
                  <a:lnTo>
                    <a:pt x="1287538" y="890092"/>
                  </a:lnTo>
                  <a:lnTo>
                    <a:pt x="1099883" y="890092"/>
                  </a:lnTo>
                  <a:lnTo>
                    <a:pt x="1099883" y="257517"/>
                  </a:lnTo>
                  <a:lnTo>
                    <a:pt x="1287538" y="257517"/>
                  </a:lnTo>
                  <a:lnTo>
                    <a:pt x="1287538" y="171602"/>
                  </a:lnTo>
                  <a:lnTo>
                    <a:pt x="1057135" y="171602"/>
                  </a:lnTo>
                  <a:lnTo>
                    <a:pt x="1040282" y="175221"/>
                  </a:lnTo>
                  <a:lnTo>
                    <a:pt x="1026629" y="184454"/>
                  </a:lnTo>
                  <a:lnTo>
                    <a:pt x="1017485" y="198005"/>
                  </a:lnTo>
                  <a:lnTo>
                    <a:pt x="1014145" y="214566"/>
                  </a:lnTo>
                  <a:lnTo>
                    <a:pt x="1014145" y="933056"/>
                  </a:lnTo>
                  <a:lnTo>
                    <a:pt x="1017460" y="949680"/>
                  </a:lnTo>
                  <a:lnTo>
                    <a:pt x="1026566" y="963345"/>
                  </a:lnTo>
                  <a:lnTo>
                    <a:pt x="1040231" y="972604"/>
                  </a:lnTo>
                  <a:lnTo>
                    <a:pt x="1057135" y="976020"/>
                  </a:lnTo>
                  <a:lnTo>
                    <a:pt x="1330782" y="976020"/>
                  </a:lnTo>
                  <a:lnTo>
                    <a:pt x="1347520" y="972604"/>
                  </a:lnTo>
                  <a:lnTo>
                    <a:pt x="1361186" y="963345"/>
                  </a:lnTo>
                  <a:lnTo>
                    <a:pt x="1370393" y="949680"/>
                  </a:lnTo>
                  <a:lnTo>
                    <a:pt x="1373771" y="933056"/>
                  </a:lnTo>
                  <a:lnTo>
                    <a:pt x="1373771" y="890092"/>
                  </a:lnTo>
                  <a:lnTo>
                    <a:pt x="1373771" y="257517"/>
                  </a:lnTo>
                  <a:lnTo>
                    <a:pt x="1373771" y="214566"/>
                  </a:lnTo>
                  <a:close/>
                </a:path>
                <a:path w="2200275" h="1147445">
                  <a:moveTo>
                    <a:pt x="1786509" y="257517"/>
                  </a:moveTo>
                  <a:lnTo>
                    <a:pt x="1786458" y="214312"/>
                  </a:lnTo>
                  <a:lnTo>
                    <a:pt x="1760258" y="174967"/>
                  </a:lnTo>
                  <a:lnTo>
                    <a:pt x="1700517" y="171564"/>
                  </a:lnTo>
                  <a:lnTo>
                    <a:pt x="1700517" y="257517"/>
                  </a:lnTo>
                  <a:lnTo>
                    <a:pt x="1700517" y="890092"/>
                  </a:lnTo>
                  <a:lnTo>
                    <a:pt x="1513128" y="890092"/>
                  </a:lnTo>
                  <a:lnTo>
                    <a:pt x="1513128" y="257517"/>
                  </a:lnTo>
                  <a:lnTo>
                    <a:pt x="1700517" y="257517"/>
                  </a:lnTo>
                  <a:lnTo>
                    <a:pt x="1700517" y="171564"/>
                  </a:lnTo>
                  <a:lnTo>
                    <a:pt x="1469618" y="171348"/>
                  </a:lnTo>
                  <a:lnTo>
                    <a:pt x="1430007" y="197675"/>
                  </a:lnTo>
                  <a:lnTo>
                    <a:pt x="1426629" y="214312"/>
                  </a:lnTo>
                  <a:lnTo>
                    <a:pt x="1426629" y="933056"/>
                  </a:lnTo>
                  <a:lnTo>
                    <a:pt x="1430020" y="949680"/>
                  </a:lnTo>
                  <a:lnTo>
                    <a:pt x="1439240" y="963345"/>
                  </a:lnTo>
                  <a:lnTo>
                    <a:pt x="1452930" y="972604"/>
                  </a:lnTo>
                  <a:lnTo>
                    <a:pt x="1469618" y="976020"/>
                  </a:lnTo>
                  <a:lnTo>
                    <a:pt x="1743519" y="976020"/>
                  </a:lnTo>
                  <a:lnTo>
                    <a:pt x="1760258" y="972604"/>
                  </a:lnTo>
                  <a:lnTo>
                    <a:pt x="1773923" y="963345"/>
                  </a:lnTo>
                  <a:lnTo>
                    <a:pt x="1783130" y="949680"/>
                  </a:lnTo>
                  <a:lnTo>
                    <a:pt x="1786509" y="933056"/>
                  </a:lnTo>
                  <a:lnTo>
                    <a:pt x="1786509" y="890092"/>
                  </a:lnTo>
                  <a:lnTo>
                    <a:pt x="1786509" y="257517"/>
                  </a:lnTo>
                  <a:close/>
                </a:path>
                <a:path w="2200275" h="1147445">
                  <a:moveTo>
                    <a:pt x="2200262" y="203441"/>
                  </a:moveTo>
                  <a:lnTo>
                    <a:pt x="2196592" y="187109"/>
                  </a:lnTo>
                  <a:lnTo>
                    <a:pt x="2187206" y="173583"/>
                  </a:lnTo>
                  <a:lnTo>
                    <a:pt x="2173401" y="164388"/>
                  </a:lnTo>
                  <a:lnTo>
                    <a:pt x="2156510" y="160985"/>
                  </a:lnTo>
                  <a:lnTo>
                    <a:pt x="2113762" y="160985"/>
                  </a:lnTo>
                  <a:lnTo>
                    <a:pt x="2113762" y="246913"/>
                  </a:lnTo>
                  <a:lnTo>
                    <a:pt x="2113762" y="900963"/>
                  </a:lnTo>
                  <a:lnTo>
                    <a:pt x="1974418" y="900963"/>
                  </a:lnTo>
                  <a:lnTo>
                    <a:pt x="1974418" y="246913"/>
                  </a:lnTo>
                  <a:lnTo>
                    <a:pt x="2113762" y="246913"/>
                  </a:lnTo>
                  <a:lnTo>
                    <a:pt x="2113762" y="160985"/>
                  </a:lnTo>
                  <a:lnTo>
                    <a:pt x="1974418" y="160985"/>
                  </a:lnTo>
                  <a:lnTo>
                    <a:pt x="1974418" y="42964"/>
                  </a:lnTo>
                  <a:lnTo>
                    <a:pt x="1971078" y="26225"/>
                  </a:lnTo>
                  <a:lnTo>
                    <a:pt x="1961934" y="12573"/>
                  </a:lnTo>
                  <a:lnTo>
                    <a:pt x="1948281" y="3365"/>
                  </a:lnTo>
                  <a:lnTo>
                    <a:pt x="1931428" y="0"/>
                  </a:lnTo>
                  <a:lnTo>
                    <a:pt x="1367701" y="0"/>
                  </a:lnTo>
                  <a:lnTo>
                    <a:pt x="1352080" y="2705"/>
                  </a:lnTo>
                  <a:lnTo>
                    <a:pt x="1338681" y="10261"/>
                  </a:lnTo>
                  <a:lnTo>
                    <a:pt x="1328801" y="21856"/>
                  </a:lnTo>
                  <a:lnTo>
                    <a:pt x="1323695" y="36639"/>
                  </a:lnTo>
                  <a:lnTo>
                    <a:pt x="1325105" y="55537"/>
                  </a:lnTo>
                  <a:lnTo>
                    <a:pt x="1333842" y="71234"/>
                  </a:lnTo>
                  <a:lnTo>
                    <a:pt x="1348130" y="81953"/>
                  </a:lnTo>
                  <a:lnTo>
                    <a:pt x="1366189" y="85928"/>
                  </a:lnTo>
                  <a:lnTo>
                    <a:pt x="1888426" y="85928"/>
                  </a:lnTo>
                  <a:lnTo>
                    <a:pt x="1888426" y="1061440"/>
                  </a:lnTo>
                  <a:lnTo>
                    <a:pt x="85991" y="1061440"/>
                  </a:lnTo>
                  <a:lnTo>
                    <a:pt x="85991" y="186512"/>
                  </a:lnTo>
                  <a:lnTo>
                    <a:pt x="83248" y="171043"/>
                  </a:lnTo>
                  <a:lnTo>
                    <a:pt x="75628" y="157734"/>
                  </a:lnTo>
                  <a:lnTo>
                    <a:pt x="64008" y="147878"/>
                  </a:lnTo>
                  <a:lnTo>
                    <a:pt x="49326" y="142786"/>
                  </a:lnTo>
                  <a:lnTo>
                    <a:pt x="47040" y="142532"/>
                  </a:lnTo>
                  <a:lnTo>
                    <a:pt x="45021" y="142278"/>
                  </a:lnTo>
                  <a:lnTo>
                    <a:pt x="43002" y="142278"/>
                  </a:lnTo>
                  <a:lnTo>
                    <a:pt x="26250" y="145643"/>
                  </a:lnTo>
                  <a:lnTo>
                    <a:pt x="12585" y="154825"/>
                  </a:lnTo>
                  <a:lnTo>
                    <a:pt x="3378" y="168402"/>
                  </a:lnTo>
                  <a:lnTo>
                    <a:pt x="0" y="184988"/>
                  </a:lnTo>
                  <a:lnTo>
                    <a:pt x="0" y="1104150"/>
                  </a:lnTo>
                  <a:lnTo>
                    <a:pt x="3378" y="1120990"/>
                  </a:lnTo>
                  <a:lnTo>
                    <a:pt x="12585" y="1134630"/>
                  </a:lnTo>
                  <a:lnTo>
                    <a:pt x="26250" y="1143774"/>
                  </a:lnTo>
                  <a:lnTo>
                    <a:pt x="43002" y="1147114"/>
                  </a:lnTo>
                  <a:lnTo>
                    <a:pt x="1931670" y="1147114"/>
                  </a:lnTo>
                  <a:lnTo>
                    <a:pt x="1948421" y="1143774"/>
                  </a:lnTo>
                  <a:lnTo>
                    <a:pt x="1962086" y="1134630"/>
                  </a:lnTo>
                  <a:lnTo>
                    <a:pt x="1971294" y="1120990"/>
                  </a:lnTo>
                  <a:lnTo>
                    <a:pt x="1974672" y="1104150"/>
                  </a:lnTo>
                  <a:lnTo>
                    <a:pt x="1974672" y="1061440"/>
                  </a:lnTo>
                  <a:lnTo>
                    <a:pt x="1974672" y="986129"/>
                  </a:lnTo>
                  <a:lnTo>
                    <a:pt x="2157260" y="986129"/>
                  </a:lnTo>
                  <a:lnTo>
                    <a:pt x="2174011" y="982789"/>
                  </a:lnTo>
                  <a:lnTo>
                    <a:pt x="2187676" y="973645"/>
                  </a:lnTo>
                  <a:lnTo>
                    <a:pt x="2196884" y="960005"/>
                  </a:lnTo>
                  <a:lnTo>
                    <a:pt x="2200262" y="943165"/>
                  </a:lnTo>
                  <a:lnTo>
                    <a:pt x="2200262" y="900963"/>
                  </a:lnTo>
                  <a:lnTo>
                    <a:pt x="2200262" y="246913"/>
                  </a:lnTo>
                  <a:lnTo>
                    <a:pt x="2200262" y="2034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13453" y="2165504"/>
              <a:ext cx="85986" cy="85926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6947814" y="1350733"/>
              <a:ext cx="1141730" cy="1141095"/>
            </a:xfrm>
            <a:custGeom>
              <a:avLst/>
              <a:gdLst/>
              <a:ahLst/>
              <a:cxnLst/>
              <a:rect l="l" t="t" r="r" b="b"/>
              <a:pathLst>
                <a:path w="1141729" h="1141095">
                  <a:moveTo>
                    <a:pt x="447776" y="891413"/>
                  </a:moveTo>
                  <a:lnTo>
                    <a:pt x="445909" y="875055"/>
                  </a:lnTo>
                  <a:lnTo>
                    <a:pt x="438010" y="860577"/>
                  </a:lnTo>
                  <a:lnTo>
                    <a:pt x="424624" y="849909"/>
                  </a:lnTo>
                  <a:lnTo>
                    <a:pt x="382358" y="823429"/>
                  </a:lnTo>
                  <a:lnTo>
                    <a:pt x="345363" y="791273"/>
                  </a:lnTo>
                  <a:lnTo>
                    <a:pt x="314083" y="754151"/>
                  </a:lnTo>
                  <a:lnTo>
                    <a:pt x="288988" y="712812"/>
                  </a:lnTo>
                  <a:lnTo>
                    <a:pt x="270510" y="667969"/>
                  </a:lnTo>
                  <a:lnTo>
                    <a:pt x="259092" y="620331"/>
                  </a:lnTo>
                  <a:lnTo>
                    <a:pt x="255181" y="570649"/>
                  </a:lnTo>
                  <a:lnTo>
                    <a:pt x="251853" y="553910"/>
                  </a:lnTo>
                  <a:lnTo>
                    <a:pt x="242722" y="540258"/>
                  </a:lnTo>
                  <a:lnTo>
                    <a:pt x="229146" y="531050"/>
                  </a:lnTo>
                  <a:lnTo>
                    <a:pt x="212191" y="527431"/>
                  </a:lnTo>
                  <a:lnTo>
                    <a:pt x="195440" y="530796"/>
                  </a:lnTo>
                  <a:lnTo>
                    <a:pt x="181775" y="540004"/>
                  </a:lnTo>
                  <a:lnTo>
                    <a:pt x="172567" y="553656"/>
                  </a:lnTo>
                  <a:lnTo>
                    <a:pt x="169202" y="570395"/>
                  </a:lnTo>
                  <a:lnTo>
                    <a:pt x="172351" y="619772"/>
                  </a:lnTo>
                  <a:lnTo>
                    <a:pt x="181330" y="667702"/>
                  </a:lnTo>
                  <a:lnTo>
                    <a:pt x="195859" y="713740"/>
                  </a:lnTo>
                  <a:lnTo>
                    <a:pt x="215671" y="757440"/>
                  </a:lnTo>
                  <a:lnTo>
                    <a:pt x="240538" y="798385"/>
                  </a:lnTo>
                  <a:lnTo>
                    <a:pt x="270167" y="836129"/>
                  </a:lnTo>
                  <a:lnTo>
                    <a:pt x="304330" y="870216"/>
                  </a:lnTo>
                  <a:lnTo>
                    <a:pt x="342747" y="900239"/>
                  </a:lnTo>
                  <a:lnTo>
                    <a:pt x="385178" y="925728"/>
                  </a:lnTo>
                  <a:lnTo>
                    <a:pt x="398322" y="930783"/>
                  </a:lnTo>
                  <a:lnTo>
                    <a:pt x="404901" y="930783"/>
                  </a:lnTo>
                  <a:lnTo>
                    <a:pt x="416420" y="929246"/>
                  </a:lnTo>
                  <a:lnTo>
                    <a:pt x="427024" y="924775"/>
                  </a:lnTo>
                  <a:lnTo>
                    <a:pt x="436130" y="917562"/>
                  </a:lnTo>
                  <a:lnTo>
                    <a:pt x="443090" y="907783"/>
                  </a:lnTo>
                  <a:lnTo>
                    <a:pt x="447776" y="891413"/>
                  </a:lnTo>
                  <a:close/>
                </a:path>
                <a:path w="1141729" h="1141095">
                  <a:moveTo>
                    <a:pt x="819912" y="574179"/>
                  </a:moveTo>
                  <a:lnTo>
                    <a:pt x="818502" y="555294"/>
                  </a:lnTo>
                  <a:lnTo>
                    <a:pt x="809802" y="539597"/>
                  </a:lnTo>
                  <a:lnTo>
                    <a:pt x="795591" y="528866"/>
                  </a:lnTo>
                  <a:lnTo>
                    <a:pt x="777684" y="524903"/>
                  </a:lnTo>
                  <a:lnTo>
                    <a:pt x="611276" y="524903"/>
                  </a:lnTo>
                  <a:lnTo>
                    <a:pt x="611276" y="242100"/>
                  </a:lnTo>
                  <a:lnTo>
                    <a:pt x="589394" y="203479"/>
                  </a:lnTo>
                  <a:lnTo>
                    <a:pt x="570306" y="197878"/>
                  </a:lnTo>
                  <a:lnTo>
                    <a:pt x="568528" y="197878"/>
                  </a:lnTo>
                  <a:lnTo>
                    <a:pt x="551776" y="201244"/>
                  </a:lnTo>
                  <a:lnTo>
                    <a:pt x="538124" y="210451"/>
                  </a:lnTo>
                  <a:lnTo>
                    <a:pt x="528916" y="224104"/>
                  </a:lnTo>
                  <a:lnTo>
                    <a:pt x="525538" y="240842"/>
                  </a:lnTo>
                  <a:lnTo>
                    <a:pt x="525538" y="567867"/>
                  </a:lnTo>
                  <a:lnTo>
                    <a:pt x="529056" y="584708"/>
                  </a:lnTo>
                  <a:lnTo>
                    <a:pt x="538302" y="598347"/>
                  </a:lnTo>
                  <a:lnTo>
                    <a:pt x="551929" y="607491"/>
                  </a:lnTo>
                  <a:lnTo>
                    <a:pt x="568528" y="610831"/>
                  </a:lnTo>
                  <a:lnTo>
                    <a:pt x="776160" y="610831"/>
                  </a:lnTo>
                  <a:lnTo>
                    <a:pt x="791641" y="608126"/>
                  </a:lnTo>
                  <a:lnTo>
                    <a:pt x="804964" y="600557"/>
                  </a:lnTo>
                  <a:lnTo>
                    <a:pt x="814819" y="588975"/>
                  </a:lnTo>
                  <a:lnTo>
                    <a:pt x="819912" y="574179"/>
                  </a:lnTo>
                  <a:close/>
                </a:path>
                <a:path w="1141729" h="1141095">
                  <a:moveTo>
                    <a:pt x="1141603" y="570395"/>
                  </a:moveTo>
                  <a:lnTo>
                    <a:pt x="1139710" y="523659"/>
                  </a:lnTo>
                  <a:lnTo>
                    <a:pt x="1134110" y="477964"/>
                  </a:lnTo>
                  <a:lnTo>
                    <a:pt x="1124953" y="433438"/>
                  </a:lnTo>
                  <a:lnTo>
                    <a:pt x="1112405" y="390245"/>
                  </a:lnTo>
                  <a:lnTo>
                    <a:pt x="1096606" y="348526"/>
                  </a:lnTo>
                  <a:lnTo>
                    <a:pt x="1077709" y="308432"/>
                  </a:lnTo>
                  <a:lnTo>
                    <a:pt x="1055852" y="270103"/>
                  </a:lnTo>
                  <a:lnTo>
                    <a:pt x="1055624" y="269773"/>
                  </a:lnTo>
                  <a:lnTo>
                    <a:pt x="1055624" y="570395"/>
                  </a:lnTo>
                  <a:lnTo>
                    <a:pt x="1053401" y="616978"/>
                  </a:lnTo>
                  <a:lnTo>
                    <a:pt x="1046873" y="662330"/>
                  </a:lnTo>
                  <a:lnTo>
                    <a:pt x="1036243" y="706247"/>
                  </a:lnTo>
                  <a:lnTo>
                    <a:pt x="1021715" y="748499"/>
                  </a:lnTo>
                  <a:lnTo>
                    <a:pt x="1003490" y="788911"/>
                  </a:lnTo>
                  <a:lnTo>
                    <a:pt x="981760" y="827265"/>
                  </a:lnTo>
                  <a:lnTo>
                    <a:pt x="956754" y="863358"/>
                  </a:lnTo>
                  <a:lnTo>
                    <a:pt x="928662" y="896975"/>
                  </a:lnTo>
                  <a:lnTo>
                    <a:pt x="897674" y="927938"/>
                  </a:lnTo>
                  <a:lnTo>
                    <a:pt x="864019" y="956017"/>
                  </a:lnTo>
                  <a:lnTo>
                    <a:pt x="827874" y="981011"/>
                  </a:lnTo>
                  <a:lnTo>
                    <a:pt x="789470" y="1002728"/>
                  </a:lnTo>
                  <a:lnTo>
                    <a:pt x="748995" y="1020953"/>
                  </a:lnTo>
                  <a:lnTo>
                    <a:pt x="706666" y="1035481"/>
                  </a:lnTo>
                  <a:lnTo>
                    <a:pt x="662673" y="1046111"/>
                  </a:lnTo>
                  <a:lnTo>
                    <a:pt x="617232" y="1052639"/>
                  </a:lnTo>
                  <a:lnTo>
                    <a:pt x="570547" y="1054862"/>
                  </a:lnTo>
                  <a:lnTo>
                    <a:pt x="523887" y="1052639"/>
                  </a:lnTo>
                  <a:lnTo>
                    <a:pt x="478472" y="1046111"/>
                  </a:lnTo>
                  <a:lnTo>
                    <a:pt x="434517" y="1035481"/>
                  </a:lnTo>
                  <a:lnTo>
                    <a:pt x="392214" y="1020953"/>
                  </a:lnTo>
                  <a:lnTo>
                    <a:pt x="351764" y="1002728"/>
                  </a:lnTo>
                  <a:lnTo>
                    <a:pt x="313385" y="981011"/>
                  </a:lnTo>
                  <a:lnTo>
                    <a:pt x="277279" y="956017"/>
                  </a:lnTo>
                  <a:lnTo>
                    <a:pt x="243636" y="927938"/>
                  </a:lnTo>
                  <a:lnTo>
                    <a:pt x="212674" y="896975"/>
                  </a:lnTo>
                  <a:lnTo>
                    <a:pt x="184581" y="863358"/>
                  </a:lnTo>
                  <a:lnTo>
                    <a:pt x="159588" y="827265"/>
                  </a:lnTo>
                  <a:lnTo>
                    <a:pt x="137871" y="788911"/>
                  </a:lnTo>
                  <a:lnTo>
                    <a:pt x="119646" y="748499"/>
                  </a:lnTo>
                  <a:lnTo>
                    <a:pt x="105117" y="706247"/>
                  </a:lnTo>
                  <a:lnTo>
                    <a:pt x="94488" y="662330"/>
                  </a:lnTo>
                  <a:lnTo>
                    <a:pt x="87960" y="616978"/>
                  </a:lnTo>
                  <a:lnTo>
                    <a:pt x="85737" y="570395"/>
                  </a:lnTo>
                  <a:lnTo>
                    <a:pt x="87985" y="523659"/>
                  </a:lnTo>
                  <a:lnTo>
                    <a:pt x="94513" y="478370"/>
                  </a:lnTo>
                  <a:lnTo>
                    <a:pt x="94615" y="477964"/>
                  </a:lnTo>
                  <a:lnTo>
                    <a:pt x="105168" y="434428"/>
                  </a:lnTo>
                  <a:lnTo>
                    <a:pt x="119722" y="392137"/>
                  </a:lnTo>
                  <a:lnTo>
                    <a:pt x="137985" y="351713"/>
                  </a:lnTo>
                  <a:lnTo>
                    <a:pt x="159727" y="313334"/>
                  </a:lnTo>
                  <a:lnTo>
                    <a:pt x="184746" y="277228"/>
                  </a:lnTo>
                  <a:lnTo>
                    <a:pt x="212864" y="243586"/>
                  </a:lnTo>
                  <a:lnTo>
                    <a:pt x="243840" y="212623"/>
                  </a:lnTo>
                  <a:lnTo>
                    <a:pt x="277495" y="184543"/>
                  </a:lnTo>
                  <a:lnTo>
                    <a:pt x="313613" y="159537"/>
                  </a:lnTo>
                  <a:lnTo>
                    <a:pt x="351980" y="137820"/>
                  </a:lnTo>
                  <a:lnTo>
                    <a:pt x="392404" y="119583"/>
                  </a:lnTo>
                  <a:lnTo>
                    <a:pt x="434682" y="105054"/>
                  </a:lnTo>
                  <a:lnTo>
                    <a:pt x="478612" y="94424"/>
                  </a:lnTo>
                  <a:lnTo>
                    <a:pt x="523976" y="87896"/>
                  </a:lnTo>
                  <a:lnTo>
                    <a:pt x="570547" y="85674"/>
                  </a:lnTo>
                  <a:lnTo>
                    <a:pt x="617220" y="87896"/>
                  </a:lnTo>
                  <a:lnTo>
                    <a:pt x="662635" y="94424"/>
                  </a:lnTo>
                  <a:lnTo>
                    <a:pt x="706615" y="105054"/>
                  </a:lnTo>
                  <a:lnTo>
                    <a:pt x="748931" y="119583"/>
                  </a:lnTo>
                  <a:lnTo>
                    <a:pt x="789393" y="137820"/>
                  </a:lnTo>
                  <a:lnTo>
                    <a:pt x="827786" y="159537"/>
                  </a:lnTo>
                  <a:lnTo>
                    <a:pt x="863917" y="184543"/>
                  </a:lnTo>
                  <a:lnTo>
                    <a:pt x="897585" y="212623"/>
                  </a:lnTo>
                  <a:lnTo>
                    <a:pt x="928573" y="243586"/>
                  </a:lnTo>
                  <a:lnTo>
                    <a:pt x="956678" y="277228"/>
                  </a:lnTo>
                  <a:lnTo>
                    <a:pt x="981697" y="313334"/>
                  </a:lnTo>
                  <a:lnTo>
                    <a:pt x="1003439" y="351713"/>
                  </a:lnTo>
                  <a:lnTo>
                    <a:pt x="1021676" y="392137"/>
                  </a:lnTo>
                  <a:lnTo>
                    <a:pt x="1036218" y="434428"/>
                  </a:lnTo>
                  <a:lnTo>
                    <a:pt x="1046861" y="478370"/>
                  </a:lnTo>
                  <a:lnTo>
                    <a:pt x="1053388" y="523659"/>
                  </a:lnTo>
                  <a:lnTo>
                    <a:pt x="1055624" y="570395"/>
                  </a:lnTo>
                  <a:lnTo>
                    <a:pt x="1055624" y="269773"/>
                  </a:lnTo>
                  <a:lnTo>
                    <a:pt x="1031189" y="233692"/>
                  </a:lnTo>
                  <a:lnTo>
                    <a:pt x="1003871" y="199339"/>
                  </a:lnTo>
                  <a:lnTo>
                    <a:pt x="974051" y="167208"/>
                  </a:lnTo>
                  <a:lnTo>
                    <a:pt x="941870" y="137426"/>
                  </a:lnTo>
                  <a:lnTo>
                    <a:pt x="907478" y="110159"/>
                  </a:lnTo>
                  <a:lnTo>
                    <a:pt x="871042" y="85547"/>
                  </a:lnTo>
                  <a:lnTo>
                    <a:pt x="832650" y="63728"/>
                  </a:lnTo>
                  <a:lnTo>
                    <a:pt x="792518" y="44869"/>
                  </a:lnTo>
                  <a:lnTo>
                    <a:pt x="750760" y="29108"/>
                  </a:lnTo>
                  <a:lnTo>
                    <a:pt x="707542" y="16598"/>
                  </a:lnTo>
                  <a:lnTo>
                    <a:pt x="663003" y="7467"/>
                  </a:lnTo>
                  <a:lnTo>
                    <a:pt x="617270" y="1892"/>
                  </a:lnTo>
                  <a:lnTo>
                    <a:pt x="570547" y="0"/>
                  </a:lnTo>
                  <a:lnTo>
                    <a:pt x="523824" y="1892"/>
                  </a:lnTo>
                  <a:lnTo>
                    <a:pt x="478129" y="7467"/>
                  </a:lnTo>
                  <a:lnTo>
                    <a:pt x="433603" y="16598"/>
                  </a:lnTo>
                  <a:lnTo>
                    <a:pt x="390410" y="29108"/>
                  </a:lnTo>
                  <a:lnTo>
                    <a:pt x="348678" y="44869"/>
                  </a:lnTo>
                  <a:lnTo>
                    <a:pt x="308571" y="63728"/>
                  </a:lnTo>
                  <a:lnTo>
                    <a:pt x="270230" y="85547"/>
                  </a:lnTo>
                  <a:lnTo>
                    <a:pt x="233807" y="110159"/>
                  </a:lnTo>
                  <a:lnTo>
                    <a:pt x="199453" y="137426"/>
                  </a:lnTo>
                  <a:lnTo>
                    <a:pt x="167297" y="167208"/>
                  </a:lnTo>
                  <a:lnTo>
                    <a:pt x="137515" y="199339"/>
                  </a:lnTo>
                  <a:lnTo>
                    <a:pt x="110236" y="233692"/>
                  </a:lnTo>
                  <a:lnTo>
                    <a:pt x="85598" y="270103"/>
                  </a:lnTo>
                  <a:lnTo>
                    <a:pt x="63779" y="308432"/>
                  </a:lnTo>
                  <a:lnTo>
                    <a:pt x="44907" y="348526"/>
                  </a:lnTo>
                  <a:lnTo>
                    <a:pt x="29133" y="390245"/>
                  </a:lnTo>
                  <a:lnTo>
                    <a:pt x="16611" y="433438"/>
                  </a:lnTo>
                  <a:lnTo>
                    <a:pt x="7480" y="477964"/>
                  </a:lnTo>
                  <a:lnTo>
                    <a:pt x="1905" y="523659"/>
                  </a:lnTo>
                  <a:lnTo>
                    <a:pt x="0" y="570395"/>
                  </a:lnTo>
                  <a:lnTo>
                    <a:pt x="1892" y="616978"/>
                  </a:lnTo>
                  <a:lnTo>
                    <a:pt x="7480" y="662762"/>
                  </a:lnTo>
                  <a:lnTo>
                    <a:pt x="16598" y="707263"/>
                  </a:lnTo>
                  <a:lnTo>
                    <a:pt x="29108" y="750443"/>
                  </a:lnTo>
                  <a:lnTo>
                    <a:pt x="44869" y="792149"/>
                  </a:lnTo>
                  <a:lnTo>
                    <a:pt x="63728" y="832243"/>
                  </a:lnTo>
                  <a:lnTo>
                    <a:pt x="85534" y="870572"/>
                  </a:lnTo>
                  <a:lnTo>
                    <a:pt x="110159" y="906983"/>
                  </a:lnTo>
                  <a:lnTo>
                    <a:pt x="137426" y="941349"/>
                  </a:lnTo>
                  <a:lnTo>
                    <a:pt x="167208" y="973493"/>
                  </a:lnTo>
                  <a:lnTo>
                    <a:pt x="199351" y="1003274"/>
                  </a:lnTo>
                  <a:lnTo>
                    <a:pt x="233718" y="1030554"/>
                  </a:lnTo>
                  <a:lnTo>
                    <a:pt x="270141" y="1055179"/>
                  </a:lnTo>
                  <a:lnTo>
                    <a:pt x="308483" y="1077010"/>
                  </a:lnTo>
                  <a:lnTo>
                    <a:pt x="348602" y="1095883"/>
                  </a:lnTo>
                  <a:lnTo>
                    <a:pt x="390347" y="1111656"/>
                  </a:lnTo>
                  <a:lnTo>
                    <a:pt x="433552" y="1124178"/>
                  </a:lnTo>
                  <a:lnTo>
                    <a:pt x="478091" y="1133309"/>
                  </a:lnTo>
                  <a:lnTo>
                    <a:pt x="523811" y="1138897"/>
                  </a:lnTo>
                  <a:lnTo>
                    <a:pt x="570547" y="1140790"/>
                  </a:lnTo>
                  <a:lnTo>
                    <a:pt x="617283" y="1138897"/>
                  </a:lnTo>
                  <a:lnTo>
                    <a:pt x="662990" y="1133309"/>
                  </a:lnTo>
                  <a:lnTo>
                    <a:pt x="707529" y="1124178"/>
                  </a:lnTo>
                  <a:lnTo>
                    <a:pt x="750747" y="1111656"/>
                  </a:lnTo>
                  <a:lnTo>
                    <a:pt x="792505" y="1095883"/>
                  </a:lnTo>
                  <a:lnTo>
                    <a:pt x="832650" y="1077010"/>
                  </a:lnTo>
                  <a:lnTo>
                    <a:pt x="871016" y="1055179"/>
                  </a:lnTo>
                  <a:lnTo>
                    <a:pt x="871486" y="1054862"/>
                  </a:lnTo>
                  <a:lnTo>
                    <a:pt x="907478" y="1030554"/>
                  </a:lnTo>
                  <a:lnTo>
                    <a:pt x="941870" y="1003274"/>
                  </a:lnTo>
                  <a:lnTo>
                    <a:pt x="974064" y="973493"/>
                  </a:lnTo>
                  <a:lnTo>
                    <a:pt x="1003884" y="941349"/>
                  </a:lnTo>
                  <a:lnTo>
                    <a:pt x="1031201" y="906983"/>
                  </a:lnTo>
                  <a:lnTo>
                    <a:pt x="1055865" y="870572"/>
                  </a:lnTo>
                  <a:lnTo>
                    <a:pt x="1077722" y="832243"/>
                  </a:lnTo>
                  <a:lnTo>
                    <a:pt x="1096619" y="792149"/>
                  </a:lnTo>
                  <a:lnTo>
                    <a:pt x="1112418" y="750443"/>
                  </a:lnTo>
                  <a:lnTo>
                    <a:pt x="1124966" y="707263"/>
                  </a:lnTo>
                  <a:lnTo>
                    <a:pt x="1134110" y="662762"/>
                  </a:lnTo>
                  <a:lnTo>
                    <a:pt x="1134160" y="662330"/>
                  </a:lnTo>
                  <a:lnTo>
                    <a:pt x="1139710" y="616978"/>
                  </a:lnTo>
                  <a:lnTo>
                    <a:pt x="1141603" y="5703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74874" y="2235003"/>
              <a:ext cx="86492" cy="85673"/>
            </a:xfrm>
            <a:prstGeom prst="rect">
              <a:avLst/>
            </a:prstGeom>
          </p:spPr>
        </p:pic>
      </p:grpSp>
      <p:grpSp>
        <p:nvGrpSpPr>
          <p:cNvPr id="21" name="object 21" descr=""/>
          <p:cNvGrpSpPr/>
          <p:nvPr/>
        </p:nvGrpSpPr>
        <p:grpSpPr>
          <a:xfrm>
            <a:off x="14655669" y="787260"/>
            <a:ext cx="2336165" cy="2333625"/>
            <a:chOff x="14655669" y="787260"/>
            <a:chExt cx="2336165" cy="2333625"/>
          </a:xfrm>
        </p:grpSpPr>
        <p:sp>
          <p:nvSpPr>
            <p:cNvPr id="22" name="object 22" descr=""/>
            <p:cNvSpPr/>
            <p:nvPr/>
          </p:nvSpPr>
          <p:spPr>
            <a:xfrm>
              <a:off x="14952087" y="2534461"/>
              <a:ext cx="1745614" cy="535305"/>
            </a:xfrm>
            <a:custGeom>
              <a:avLst/>
              <a:gdLst/>
              <a:ahLst/>
              <a:cxnLst/>
              <a:rect l="l" t="t" r="r" b="b"/>
              <a:pathLst>
                <a:path w="1745615" h="535305">
                  <a:moveTo>
                    <a:pt x="1745422" y="534917"/>
                  </a:moveTo>
                  <a:lnTo>
                    <a:pt x="0" y="534917"/>
                  </a:lnTo>
                  <a:lnTo>
                    <a:pt x="291038" y="0"/>
                  </a:lnTo>
                  <a:lnTo>
                    <a:pt x="1454384" y="0"/>
                  </a:lnTo>
                  <a:lnTo>
                    <a:pt x="1745422" y="534917"/>
                  </a:lnTo>
                  <a:close/>
                </a:path>
              </a:pathLst>
            </a:custGeom>
            <a:solidFill>
              <a:srgbClr val="07A7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5397252" y="1770983"/>
              <a:ext cx="855344" cy="1120140"/>
            </a:xfrm>
            <a:custGeom>
              <a:avLst/>
              <a:gdLst/>
              <a:ahLst/>
              <a:cxnLst/>
              <a:rect l="l" t="t" r="r" b="b"/>
              <a:pathLst>
                <a:path w="855344" h="1120139">
                  <a:moveTo>
                    <a:pt x="427950" y="1120000"/>
                  </a:moveTo>
                  <a:lnTo>
                    <a:pt x="96295" y="695339"/>
                  </a:lnTo>
                  <a:lnTo>
                    <a:pt x="68241" y="657171"/>
                  </a:lnTo>
                  <a:lnTo>
                    <a:pt x="44551" y="615873"/>
                  </a:lnTo>
                  <a:lnTo>
                    <a:pt x="25553" y="571803"/>
                  </a:lnTo>
                  <a:lnTo>
                    <a:pt x="11576" y="525319"/>
                  </a:lnTo>
                  <a:lnTo>
                    <a:pt x="2948" y="476778"/>
                  </a:lnTo>
                  <a:lnTo>
                    <a:pt x="0" y="426539"/>
                  </a:lnTo>
                  <a:lnTo>
                    <a:pt x="2506" y="380115"/>
                  </a:lnTo>
                  <a:lnTo>
                    <a:pt x="9853" y="335127"/>
                  </a:lnTo>
                  <a:lnTo>
                    <a:pt x="21781" y="291836"/>
                  </a:lnTo>
                  <a:lnTo>
                    <a:pt x="38029" y="250503"/>
                  </a:lnTo>
                  <a:lnTo>
                    <a:pt x="58339" y="211391"/>
                  </a:lnTo>
                  <a:lnTo>
                    <a:pt x="82450" y="174761"/>
                  </a:lnTo>
                  <a:lnTo>
                    <a:pt x="110103" y="140876"/>
                  </a:lnTo>
                  <a:lnTo>
                    <a:pt x="141039" y="109996"/>
                  </a:lnTo>
                  <a:lnTo>
                    <a:pt x="174997" y="82384"/>
                  </a:lnTo>
                  <a:lnTo>
                    <a:pt x="211718" y="58302"/>
                  </a:lnTo>
                  <a:lnTo>
                    <a:pt x="250943" y="38011"/>
                  </a:lnTo>
                  <a:lnTo>
                    <a:pt x="292411" y="21774"/>
                  </a:lnTo>
                  <a:lnTo>
                    <a:pt x="335863" y="9852"/>
                  </a:lnTo>
                  <a:lnTo>
                    <a:pt x="381039" y="2506"/>
                  </a:lnTo>
                  <a:lnTo>
                    <a:pt x="427681" y="0"/>
                  </a:lnTo>
                  <a:lnTo>
                    <a:pt x="474225" y="2503"/>
                  </a:lnTo>
                  <a:lnTo>
                    <a:pt x="519324" y="9839"/>
                  </a:lnTo>
                  <a:lnTo>
                    <a:pt x="562716" y="21748"/>
                  </a:lnTo>
                  <a:lnTo>
                    <a:pt x="604140" y="37969"/>
                  </a:lnTo>
                  <a:lnTo>
                    <a:pt x="643334" y="58243"/>
                  </a:lnTo>
                  <a:lnTo>
                    <a:pt x="680037" y="82307"/>
                  </a:lnTo>
                  <a:lnTo>
                    <a:pt x="713987" y="109903"/>
                  </a:lnTo>
                  <a:lnTo>
                    <a:pt x="744923" y="140769"/>
                  </a:lnTo>
                  <a:lnTo>
                    <a:pt x="772582" y="174646"/>
                  </a:lnTo>
                  <a:lnTo>
                    <a:pt x="796704" y="211272"/>
                  </a:lnTo>
                  <a:lnTo>
                    <a:pt x="817026" y="250388"/>
                  </a:lnTo>
                  <a:lnTo>
                    <a:pt x="833288" y="291733"/>
                  </a:lnTo>
                  <a:lnTo>
                    <a:pt x="845227" y="335047"/>
                  </a:lnTo>
                  <a:lnTo>
                    <a:pt x="852583" y="380069"/>
                  </a:lnTo>
                  <a:lnTo>
                    <a:pt x="855093" y="426539"/>
                  </a:lnTo>
                  <a:lnTo>
                    <a:pt x="852100" y="477308"/>
                  </a:lnTo>
                  <a:lnTo>
                    <a:pt x="843347" y="526422"/>
                  </a:lnTo>
                  <a:lnTo>
                    <a:pt x="829170" y="573614"/>
                  </a:lnTo>
                  <a:lnTo>
                    <a:pt x="809904" y="618615"/>
                  </a:lnTo>
                  <a:lnTo>
                    <a:pt x="785886" y="661157"/>
                  </a:lnTo>
                  <a:lnTo>
                    <a:pt x="757452" y="700972"/>
                  </a:lnTo>
                  <a:lnTo>
                    <a:pt x="757990" y="700972"/>
                  </a:lnTo>
                  <a:lnTo>
                    <a:pt x="427950" y="1120000"/>
                  </a:lnTo>
                  <a:close/>
                </a:path>
              </a:pathLst>
            </a:custGeom>
            <a:solidFill>
              <a:srgbClr val="78C3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5605713" y="1985862"/>
              <a:ext cx="438784" cy="437515"/>
            </a:xfrm>
            <a:custGeom>
              <a:avLst/>
              <a:gdLst/>
              <a:ahLst/>
              <a:cxnLst/>
              <a:rect l="l" t="t" r="r" b="b"/>
              <a:pathLst>
                <a:path w="438784" h="437514">
                  <a:moveTo>
                    <a:pt x="219220" y="437001"/>
                  </a:moveTo>
                  <a:lnTo>
                    <a:pt x="168964" y="431225"/>
                  </a:lnTo>
                  <a:lnTo>
                    <a:pt x="122825" y="414773"/>
                  </a:lnTo>
                  <a:lnTo>
                    <a:pt x="82121" y="388960"/>
                  </a:lnTo>
                  <a:lnTo>
                    <a:pt x="48169" y="355098"/>
                  </a:lnTo>
                  <a:lnTo>
                    <a:pt x="22287" y="314503"/>
                  </a:lnTo>
                  <a:lnTo>
                    <a:pt x="5791" y="268488"/>
                  </a:lnTo>
                  <a:lnTo>
                    <a:pt x="0" y="218366"/>
                  </a:lnTo>
                  <a:lnTo>
                    <a:pt x="5821" y="168259"/>
                  </a:lnTo>
                  <a:lnTo>
                    <a:pt x="22361" y="122282"/>
                  </a:lnTo>
                  <a:lnTo>
                    <a:pt x="48282" y="81739"/>
                  </a:lnTo>
                  <a:lnTo>
                    <a:pt x="82255" y="47935"/>
                  </a:lnTo>
                  <a:lnTo>
                    <a:pt x="122957" y="22174"/>
                  </a:lnTo>
                  <a:lnTo>
                    <a:pt x="169087" y="5761"/>
                  </a:lnTo>
                  <a:lnTo>
                    <a:pt x="219220" y="0"/>
                  </a:lnTo>
                  <a:lnTo>
                    <a:pt x="219489" y="0"/>
                  </a:lnTo>
                  <a:lnTo>
                    <a:pt x="269630" y="5761"/>
                  </a:lnTo>
                  <a:lnTo>
                    <a:pt x="315659" y="22174"/>
                  </a:lnTo>
                  <a:lnTo>
                    <a:pt x="356262" y="47935"/>
                  </a:lnTo>
                  <a:lnTo>
                    <a:pt x="390128" y="81739"/>
                  </a:lnTo>
                  <a:lnTo>
                    <a:pt x="415943" y="122282"/>
                  </a:lnTo>
                  <a:lnTo>
                    <a:pt x="432395" y="168259"/>
                  </a:lnTo>
                  <a:lnTo>
                    <a:pt x="438171" y="218366"/>
                  </a:lnTo>
                  <a:lnTo>
                    <a:pt x="432380" y="268488"/>
                  </a:lnTo>
                  <a:lnTo>
                    <a:pt x="415890" y="314503"/>
                  </a:lnTo>
                  <a:lnTo>
                    <a:pt x="390022" y="355098"/>
                  </a:lnTo>
                  <a:lnTo>
                    <a:pt x="356099" y="388960"/>
                  </a:lnTo>
                  <a:lnTo>
                    <a:pt x="315443" y="414773"/>
                  </a:lnTo>
                  <a:lnTo>
                    <a:pt x="269376" y="431225"/>
                  </a:lnTo>
                  <a:lnTo>
                    <a:pt x="219220" y="4370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847991" y="1106226"/>
              <a:ext cx="200929" cy="181882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600946" y="1106226"/>
              <a:ext cx="200929" cy="181882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15402901" y="832865"/>
              <a:ext cx="842644" cy="131445"/>
            </a:xfrm>
            <a:custGeom>
              <a:avLst/>
              <a:gdLst/>
              <a:ahLst/>
              <a:cxnLst/>
              <a:rect l="l" t="t" r="r" b="b"/>
              <a:pathLst>
                <a:path w="842644" h="131444">
                  <a:moveTo>
                    <a:pt x="842182" y="130912"/>
                  </a:moveTo>
                  <a:lnTo>
                    <a:pt x="0" y="130912"/>
                  </a:lnTo>
                  <a:lnTo>
                    <a:pt x="131532" y="0"/>
                  </a:lnTo>
                  <a:lnTo>
                    <a:pt x="710918" y="0"/>
                  </a:lnTo>
                  <a:lnTo>
                    <a:pt x="842182" y="130912"/>
                  </a:lnTo>
                  <a:close/>
                </a:path>
              </a:pathLst>
            </a:custGeom>
            <a:solidFill>
              <a:srgbClr val="6B6D8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5403708" y="963778"/>
              <a:ext cx="838835" cy="472440"/>
            </a:xfrm>
            <a:custGeom>
              <a:avLst/>
              <a:gdLst/>
              <a:ahLst/>
              <a:cxnLst/>
              <a:rect l="l" t="t" r="r" b="b"/>
              <a:pathLst>
                <a:path w="838834" h="472440">
                  <a:moveTo>
                    <a:pt x="838685" y="472412"/>
                  </a:moveTo>
                  <a:lnTo>
                    <a:pt x="0" y="472412"/>
                  </a:lnTo>
                  <a:lnTo>
                    <a:pt x="0" y="0"/>
                  </a:lnTo>
                  <a:lnTo>
                    <a:pt x="838685" y="0"/>
                  </a:lnTo>
                  <a:lnTo>
                    <a:pt x="838685" y="472412"/>
                  </a:lnTo>
                  <a:close/>
                </a:path>
              </a:pathLst>
            </a:custGeom>
            <a:solidFill>
              <a:srgbClr val="8BCD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5526632" y="1436458"/>
              <a:ext cx="596265" cy="147955"/>
            </a:xfrm>
            <a:custGeom>
              <a:avLst/>
              <a:gdLst/>
              <a:ahLst/>
              <a:cxnLst/>
              <a:rect l="l" t="t" r="r" b="b"/>
              <a:pathLst>
                <a:path w="596265" h="147955">
                  <a:moveTo>
                    <a:pt x="514831" y="147813"/>
                  </a:moveTo>
                  <a:lnTo>
                    <a:pt x="81232" y="147813"/>
                  </a:lnTo>
                  <a:lnTo>
                    <a:pt x="0" y="0"/>
                  </a:lnTo>
                  <a:lnTo>
                    <a:pt x="596063" y="0"/>
                  </a:lnTo>
                  <a:lnTo>
                    <a:pt x="514831" y="147813"/>
                  </a:lnTo>
                  <a:close/>
                </a:path>
              </a:pathLst>
            </a:custGeom>
            <a:solidFill>
              <a:srgbClr val="6B6D8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4655669" y="787260"/>
              <a:ext cx="2336165" cy="1498600"/>
            </a:xfrm>
            <a:custGeom>
              <a:avLst/>
              <a:gdLst/>
              <a:ahLst/>
              <a:cxnLst/>
              <a:rect l="l" t="t" r="r" b="b"/>
              <a:pathLst>
                <a:path w="2336165" h="1498600">
                  <a:moveTo>
                    <a:pt x="291845" y="546099"/>
                  </a:moveTo>
                  <a:lnTo>
                    <a:pt x="255230" y="533399"/>
                  </a:lnTo>
                  <a:lnTo>
                    <a:pt x="198340" y="495299"/>
                  </a:lnTo>
                  <a:lnTo>
                    <a:pt x="182907" y="457199"/>
                  </a:lnTo>
                  <a:lnTo>
                    <a:pt x="147133" y="330199"/>
                  </a:lnTo>
                  <a:lnTo>
                    <a:pt x="145687" y="304799"/>
                  </a:lnTo>
                  <a:lnTo>
                    <a:pt x="148881" y="292099"/>
                  </a:lnTo>
                  <a:lnTo>
                    <a:pt x="156513" y="279399"/>
                  </a:lnTo>
                  <a:lnTo>
                    <a:pt x="168382" y="279399"/>
                  </a:lnTo>
                  <a:lnTo>
                    <a:pt x="175376" y="266699"/>
                  </a:lnTo>
                  <a:lnTo>
                    <a:pt x="702311" y="266699"/>
                  </a:lnTo>
                  <a:lnTo>
                    <a:pt x="702311" y="165099"/>
                  </a:lnTo>
                  <a:lnTo>
                    <a:pt x="703240" y="165099"/>
                  </a:lnTo>
                  <a:lnTo>
                    <a:pt x="705909" y="152399"/>
                  </a:lnTo>
                  <a:lnTo>
                    <a:pt x="710141" y="139699"/>
                  </a:lnTo>
                  <a:lnTo>
                    <a:pt x="715760" y="139699"/>
                  </a:lnTo>
                  <a:lnTo>
                    <a:pt x="846485" y="12699"/>
                  </a:lnTo>
                  <a:lnTo>
                    <a:pt x="853302" y="0"/>
                  </a:lnTo>
                  <a:lnTo>
                    <a:pt x="1388862" y="0"/>
                  </a:lnTo>
                  <a:lnTo>
                    <a:pt x="1404085" y="12699"/>
                  </a:lnTo>
                  <a:lnTo>
                    <a:pt x="1413457" y="25399"/>
                  </a:lnTo>
                  <a:lnTo>
                    <a:pt x="1415113" y="50799"/>
                  </a:lnTo>
                  <a:lnTo>
                    <a:pt x="1409695" y="63499"/>
                  </a:lnTo>
                  <a:lnTo>
                    <a:pt x="1399209" y="76199"/>
                  </a:lnTo>
                  <a:lnTo>
                    <a:pt x="1385041" y="76199"/>
                  </a:lnTo>
                  <a:lnTo>
                    <a:pt x="1368579" y="88899"/>
                  </a:lnTo>
                  <a:lnTo>
                    <a:pt x="887102" y="88899"/>
                  </a:lnTo>
                  <a:lnTo>
                    <a:pt x="847292" y="126999"/>
                  </a:lnTo>
                  <a:lnTo>
                    <a:pt x="1604535" y="126999"/>
                  </a:lnTo>
                  <a:lnTo>
                    <a:pt x="1619068" y="139699"/>
                  </a:lnTo>
                  <a:lnTo>
                    <a:pt x="1628861" y="152399"/>
                  </a:lnTo>
                  <a:lnTo>
                    <a:pt x="1632450" y="165099"/>
                  </a:lnTo>
                  <a:lnTo>
                    <a:pt x="1632450" y="215899"/>
                  </a:lnTo>
                  <a:lnTo>
                    <a:pt x="793765" y="215899"/>
                  </a:lnTo>
                  <a:lnTo>
                    <a:pt x="793765" y="355599"/>
                  </a:lnTo>
                  <a:lnTo>
                    <a:pt x="251497" y="355599"/>
                  </a:lnTo>
                  <a:lnTo>
                    <a:pt x="271671" y="431799"/>
                  </a:lnTo>
                  <a:lnTo>
                    <a:pt x="274836" y="444499"/>
                  </a:lnTo>
                  <a:lnTo>
                    <a:pt x="404380" y="444499"/>
                  </a:lnTo>
                  <a:lnTo>
                    <a:pt x="401051" y="457199"/>
                  </a:lnTo>
                  <a:lnTo>
                    <a:pt x="385576" y="495299"/>
                  </a:lnTo>
                  <a:lnTo>
                    <a:pt x="360570" y="520699"/>
                  </a:lnTo>
                  <a:lnTo>
                    <a:pt x="328502" y="533399"/>
                  </a:lnTo>
                  <a:lnTo>
                    <a:pt x="291845" y="546099"/>
                  </a:lnTo>
                  <a:close/>
                </a:path>
                <a:path w="2336165" h="1498600">
                  <a:moveTo>
                    <a:pt x="337303" y="114299"/>
                  </a:moveTo>
                  <a:lnTo>
                    <a:pt x="246118" y="114299"/>
                  </a:lnTo>
                  <a:lnTo>
                    <a:pt x="246118" y="76199"/>
                  </a:lnTo>
                  <a:lnTo>
                    <a:pt x="249745" y="63499"/>
                  </a:lnTo>
                  <a:lnTo>
                    <a:pt x="259601" y="50799"/>
                  </a:lnTo>
                  <a:lnTo>
                    <a:pt x="274147" y="38099"/>
                  </a:lnTo>
                  <a:lnTo>
                    <a:pt x="314153" y="38099"/>
                  </a:lnTo>
                  <a:lnTo>
                    <a:pt x="326409" y="50799"/>
                  </a:lnTo>
                  <a:lnTo>
                    <a:pt x="334428" y="63499"/>
                  </a:lnTo>
                  <a:lnTo>
                    <a:pt x="337303" y="76199"/>
                  </a:lnTo>
                  <a:lnTo>
                    <a:pt x="337303" y="114299"/>
                  </a:lnTo>
                  <a:close/>
                </a:path>
                <a:path w="2336165" h="1498600">
                  <a:moveTo>
                    <a:pt x="2088912" y="114299"/>
                  </a:moveTo>
                  <a:lnTo>
                    <a:pt x="1997458" y="114299"/>
                  </a:lnTo>
                  <a:lnTo>
                    <a:pt x="1997458" y="76199"/>
                  </a:lnTo>
                  <a:lnTo>
                    <a:pt x="2001085" y="63499"/>
                  </a:lnTo>
                  <a:lnTo>
                    <a:pt x="2010941" y="50799"/>
                  </a:lnTo>
                  <a:lnTo>
                    <a:pt x="2025487" y="38099"/>
                  </a:lnTo>
                  <a:lnTo>
                    <a:pt x="2065649" y="38099"/>
                  </a:lnTo>
                  <a:lnTo>
                    <a:pt x="2077985" y="50799"/>
                  </a:lnTo>
                  <a:lnTo>
                    <a:pt x="2086033" y="63499"/>
                  </a:lnTo>
                  <a:lnTo>
                    <a:pt x="2088912" y="76199"/>
                  </a:lnTo>
                  <a:lnTo>
                    <a:pt x="2088912" y="114299"/>
                  </a:lnTo>
                  <a:close/>
                </a:path>
                <a:path w="2336165" h="1498600">
                  <a:moveTo>
                    <a:pt x="536618" y="215899"/>
                  </a:moveTo>
                  <a:lnTo>
                    <a:pt x="45188" y="215899"/>
                  </a:lnTo>
                  <a:lnTo>
                    <a:pt x="26137" y="203199"/>
                  </a:lnTo>
                  <a:lnTo>
                    <a:pt x="10994" y="190499"/>
                  </a:lnTo>
                  <a:lnTo>
                    <a:pt x="1651" y="177799"/>
                  </a:lnTo>
                  <a:lnTo>
                    <a:pt x="0" y="152399"/>
                  </a:lnTo>
                  <a:lnTo>
                    <a:pt x="5417" y="139699"/>
                  </a:lnTo>
                  <a:lnTo>
                    <a:pt x="15903" y="126999"/>
                  </a:lnTo>
                  <a:lnTo>
                    <a:pt x="30071" y="126999"/>
                  </a:lnTo>
                  <a:lnTo>
                    <a:pt x="46533" y="114299"/>
                  </a:lnTo>
                  <a:lnTo>
                    <a:pt x="538232" y="114299"/>
                  </a:lnTo>
                  <a:lnTo>
                    <a:pt x="557279" y="126999"/>
                  </a:lnTo>
                  <a:lnTo>
                    <a:pt x="572393" y="139699"/>
                  </a:lnTo>
                  <a:lnTo>
                    <a:pt x="581656" y="152399"/>
                  </a:lnTo>
                  <a:lnTo>
                    <a:pt x="583152" y="177799"/>
                  </a:lnTo>
                  <a:lnTo>
                    <a:pt x="577735" y="190499"/>
                  </a:lnTo>
                  <a:lnTo>
                    <a:pt x="567249" y="203199"/>
                  </a:lnTo>
                  <a:lnTo>
                    <a:pt x="553081" y="203199"/>
                  </a:lnTo>
                  <a:lnTo>
                    <a:pt x="536618" y="215899"/>
                  </a:lnTo>
                  <a:close/>
                </a:path>
                <a:path w="2336165" h="1498600">
                  <a:moveTo>
                    <a:pt x="2289303" y="215899"/>
                  </a:moveTo>
                  <a:lnTo>
                    <a:pt x="1796529" y="215899"/>
                  </a:lnTo>
                  <a:lnTo>
                    <a:pt x="1777482" y="203199"/>
                  </a:lnTo>
                  <a:lnTo>
                    <a:pt x="1762368" y="190499"/>
                  </a:lnTo>
                  <a:lnTo>
                    <a:pt x="1753105" y="177799"/>
                  </a:lnTo>
                  <a:lnTo>
                    <a:pt x="1751609" y="152399"/>
                  </a:lnTo>
                  <a:lnTo>
                    <a:pt x="1757026" y="139699"/>
                  </a:lnTo>
                  <a:lnTo>
                    <a:pt x="1767513" y="126999"/>
                  </a:lnTo>
                  <a:lnTo>
                    <a:pt x="1781680" y="126999"/>
                  </a:lnTo>
                  <a:lnTo>
                    <a:pt x="1798143" y="114299"/>
                  </a:lnTo>
                  <a:lnTo>
                    <a:pt x="2290111" y="114299"/>
                  </a:lnTo>
                  <a:lnTo>
                    <a:pt x="2309170" y="126999"/>
                  </a:lnTo>
                  <a:lnTo>
                    <a:pt x="2324372" y="139699"/>
                  </a:lnTo>
                  <a:lnTo>
                    <a:pt x="2333875" y="152399"/>
                  </a:lnTo>
                  <a:lnTo>
                    <a:pt x="2335837" y="177799"/>
                  </a:lnTo>
                  <a:lnTo>
                    <a:pt x="2330420" y="190499"/>
                  </a:lnTo>
                  <a:lnTo>
                    <a:pt x="2319934" y="203199"/>
                  </a:lnTo>
                  <a:lnTo>
                    <a:pt x="2305766" y="203199"/>
                  </a:lnTo>
                  <a:lnTo>
                    <a:pt x="2289303" y="215899"/>
                  </a:lnTo>
                  <a:close/>
                </a:path>
                <a:path w="2336165" h="1498600">
                  <a:moveTo>
                    <a:pt x="337303" y="266699"/>
                  </a:moveTo>
                  <a:lnTo>
                    <a:pt x="246118" y="266699"/>
                  </a:lnTo>
                  <a:lnTo>
                    <a:pt x="246118" y="215899"/>
                  </a:lnTo>
                  <a:lnTo>
                    <a:pt x="337303" y="215899"/>
                  </a:lnTo>
                  <a:lnTo>
                    <a:pt x="337303" y="266699"/>
                  </a:lnTo>
                  <a:close/>
                </a:path>
                <a:path w="2336165" h="1498600">
                  <a:moveTo>
                    <a:pt x="1632450" y="596899"/>
                  </a:moveTo>
                  <a:lnTo>
                    <a:pt x="1540996" y="596899"/>
                  </a:lnTo>
                  <a:lnTo>
                    <a:pt x="1540996" y="215899"/>
                  </a:lnTo>
                  <a:lnTo>
                    <a:pt x="1632450" y="215899"/>
                  </a:lnTo>
                  <a:lnTo>
                    <a:pt x="1632450" y="266699"/>
                  </a:lnTo>
                  <a:lnTo>
                    <a:pt x="2160193" y="266699"/>
                  </a:lnTo>
                  <a:lnTo>
                    <a:pt x="2167455" y="279399"/>
                  </a:lnTo>
                  <a:lnTo>
                    <a:pt x="2179320" y="279399"/>
                  </a:lnTo>
                  <a:lnTo>
                    <a:pt x="2186922" y="292099"/>
                  </a:lnTo>
                  <a:lnTo>
                    <a:pt x="2190037" y="304799"/>
                  </a:lnTo>
                  <a:lnTo>
                    <a:pt x="2188435" y="330199"/>
                  </a:lnTo>
                  <a:lnTo>
                    <a:pt x="2181334" y="355599"/>
                  </a:lnTo>
                  <a:lnTo>
                    <a:pt x="1632450" y="355599"/>
                  </a:lnTo>
                  <a:lnTo>
                    <a:pt x="1632450" y="596899"/>
                  </a:lnTo>
                  <a:close/>
                </a:path>
                <a:path w="2336165" h="1498600">
                  <a:moveTo>
                    <a:pt x="2089719" y="266699"/>
                  </a:moveTo>
                  <a:lnTo>
                    <a:pt x="1997458" y="266699"/>
                  </a:lnTo>
                  <a:lnTo>
                    <a:pt x="1997458" y="215899"/>
                  </a:lnTo>
                  <a:lnTo>
                    <a:pt x="2089719" y="215899"/>
                  </a:lnTo>
                  <a:lnTo>
                    <a:pt x="2089719" y="266699"/>
                  </a:lnTo>
                  <a:close/>
                </a:path>
                <a:path w="2336165" h="1498600">
                  <a:moveTo>
                    <a:pt x="404380" y="444499"/>
                  </a:moveTo>
                  <a:lnTo>
                    <a:pt x="310468" y="444499"/>
                  </a:lnTo>
                  <a:lnTo>
                    <a:pt x="313363" y="431799"/>
                  </a:lnTo>
                  <a:lnTo>
                    <a:pt x="333537" y="355599"/>
                  </a:lnTo>
                  <a:lnTo>
                    <a:pt x="427681" y="355599"/>
                  </a:lnTo>
                  <a:lnTo>
                    <a:pt x="404380" y="444499"/>
                  </a:lnTo>
                  <a:close/>
                </a:path>
                <a:path w="2336165" h="1498600">
                  <a:moveTo>
                    <a:pt x="433384" y="1498599"/>
                  </a:moveTo>
                  <a:lnTo>
                    <a:pt x="274075" y="1498599"/>
                  </a:lnTo>
                  <a:lnTo>
                    <a:pt x="259634" y="1485899"/>
                  </a:lnTo>
                  <a:lnTo>
                    <a:pt x="249934" y="1473199"/>
                  </a:lnTo>
                  <a:lnTo>
                    <a:pt x="246387" y="1447799"/>
                  </a:lnTo>
                  <a:lnTo>
                    <a:pt x="246387" y="1219199"/>
                  </a:lnTo>
                  <a:lnTo>
                    <a:pt x="248501" y="1168399"/>
                  </a:lnTo>
                  <a:lnTo>
                    <a:pt x="254780" y="1117599"/>
                  </a:lnTo>
                  <a:lnTo>
                    <a:pt x="265125" y="1066799"/>
                  </a:lnTo>
                  <a:lnTo>
                    <a:pt x="279438" y="1015999"/>
                  </a:lnTo>
                  <a:lnTo>
                    <a:pt x="297622" y="977899"/>
                  </a:lnTo>
                  <a:lnTo>
                    <a:pt x="319579" y="927099"/>
                  </a:lnTo>
                  <a:lnTo>
                    <a:pt x="345212" y="888999"/>
                  </a:lnTo>
                  <a:lnTo>
                    <a:pt x="374422" y="850899"/>
                  </a:lnTo>
                  <a:lnTo>
                    <a:pt x="406848" y="812799"/>
                  </a:lnTo>
                  <a:lnTo>
                    <a:pt x="442227" y="774699"/>
                  </a:lnTo>
                  <a:lnTo>
                    <a:pt x="480310" y="749299"/>
                  </a:lnTo>
                  <a:lnTo>
                    <a:pt x="520849" y="711199"/>
                  </a:lnTo>
                  <a:lnTo>
                    <a:pt x="563595" y="685799"/>
                  </a:lnTo>
                  <a:lnTo>
                    <a:pt x="608298" y="673099"/>
                  </a:lnTo>
                  <a:lnTo>
                    <a:pt x="654709" y="647699"/>
                  </a:lnTo>
                  <a:lnTo>
                    <a:pt x="702580" y="634999"/>
                  </a:lnTo>
                  <a:lnTo>
                    <a:pt x="702580" y="355599"/>
                  </a:lnTo>
                  <a:lnTo>
                    <a:pt x="793765" y="355599"/>
                  </a:lnTo>
                  <a:lnTo>
                    <a:pt x="793765" y="596899"/>
                  </a:lnTo>
                  <a:lnTo>
                    <a:pt x="1632450" y="596899"/>
                  </a:lnTo>
                  <a:lnTo>
                    <a:pt x="1632450" y="634999"/>
                  </a:lnTo>
                  <a:lnTo>
                    <a:pt x="1680321" y="647699"/>
                  </a:lnTo>
                  <a:lnTo>
                    <a:pt x="1726732" y="673099"/>
                  </a:lnTo>
                  <a:lnTo>
                    <a:pt x="1771435" y="685799"/>
                  </a:lnTo>
                  <a:lnTo>
                    <a:pt x="953002" y="685799"/>
                  </a:lnTo>
                  <a:lnTo>
                    <a:pt x="958973" y="698499"/>
                  </a:lnTo>
                  <a:lnTo>
                    <a:pt x="851865" y="698499"/>
                  </a:lnTo>
                  <a:lnTo>
                    <a:pt x="725981" y="723899"/>
                  </a:lnTo>
                  <a:lnTo>
                    <a:pt x="678079" y="736599"/>
                  </a:lnTo>
                  <a:lnTo>
                    <a:pt x="632491" y="761999"/>
                  </a:lnTo>
                  <a:lnTo>
                    <a:pt x="589414" y="787399"/>
                  </a:lnTo>
                  <a:lnTo>
                    <a:pt x="549046" y="812799"/>
                  </a:lnTo>
                  <a:lnTo>
                    <a:pt x="511585" y="838199"/>
                  </a:lnTo>
                  <a:lnTo>
                    <a:pt x="477228" y="876299"/>
                  </a:lnTo>
                  <a:lnTo>
                    <a:pt x="446173" y="901699"/>
                  </a:lnTo>
                  <a:lnTo>
                    <a:pt x="418617" y="939799"/>
                  </a:lnTo>
                  <a:lnTo>
                    <a:pt x="394759" y="990599"/>
                  </a:lnTo>
                  <a:lnTo>
                    <a:pt x="374795" y="1028699"/>
                  </a:lnTo>
                  <a:lnTo>
                    <a:pt x="358924" y="1079499"/>
                  </a:lnTo>
                  <a:lnTo>
                    <a:pt x="347343" y="1117599"/>
                  </a:lnTo>
                  <a:lnTo>
                    <a:pt x="340249" y="1168399"/>
                  </a:lnTo>
                  <a:lnTo>
                    <a:pt x="337841" y="1219199"/>
                  </a:lnTo>
                  <a:lnTo>
                    <a:pt x="337841" y="1409699"/>
                  </a:lnTo>
                  <a:lnTo>
                    <a:pt x="437582" y="1409699"/>
                  </a:lnTo>
                  <a:lnTo>
                    <a:pt x="452696" y="1422399"/>
                  </a:lnTo>
                  <a:lnTo>
                    <a:pt x="461959" y="1435099"/>
                  </a:lnTo>
                  <a:lnTo>
                    <a:pt x="463455" y="1460499"/>
                  </a:lnTo>
                  <a:lnTo>
                    <a:pt x="458038" y="1473199"/>
                  </a:lnTo>
                  <a:lnTo>
                    <a:pt x="447552" y="1485899"/>
                  </a:lnTo>
                  <a:lnTo>
                    <a:pt x="433384" y="1498599"/>
                  </a:lnTo>
                  <a:close/>
                </a:path>
                <a:path w="2336165" h="1498600">
                  <a:moveTo>
                    <a:pt x="2043992" y="546099"/>
                  </a:moveTo>
                  <a:lnTo>
                    <a:pt x="2007377" y="533399"/>
                  </a:lnTo>
                  <a:lnTo>
                    <a:pt x="1950487" y="495299"/>
                  </a:lnTo>
                  <a:lnTo>
                    <a:pt x="1935054" y="457199"/>
                  </a:lnTo>
                  <a:lnTo>
                    <a:pt x="1908425" y="355599"/>
                  </a:lnTo>
                  <a:lnTo>
                    <a:pt x="2004452" y="355599"/>
                  </a:lnTo>
                  <a:lnTo>
                    <a:pt x="2024626" y="431799"/>
                  </a:lnTo>
                  <a:lnTo>
                    <a:pt x="2027597" y="444499"/>
                  </a:lnTo>
                  <a:lnTo>
                    <a:pt x="2156480" y="444499"/>
                  </a:lnTo>
                  <a:lnTo>
                    <a:pt x="2152930" y="457199"/>
                  </a:lnTo>
                  <a:lnTo>
                    <a:pt x="2137610" y="495299"/>
                  </a:lnTo>
                  <a:lnTo>
                    <a:pt x="2112683" y="520699"/>
                  </a:lnTo>
                  <a:lnTo>
                    <a:pt x="2080645" y="533399"/>
                  </a:lnTo>
                  <a:lnTo>
                    <a:pt x="2043992" y="546099"/>
                  </a:lnTo>
                  <a:close/>
                </a:path>
                <a:path w="2336165" h="1498600">
                  <a:moveTo>
                    <a:pt x="2156480" y="444499"/>
                  </a:moveTo>
                  <a:lnTo>
                    <a:pt x="2063418" y="444499"/>
                  </a:lnTo>
                  <a:lnTo>
                    <a:pt x="2066318" y="431799"/>
                  </a:lnTo>
                  <a:lnTo>
                    <a:pt x="2086223" y="355599"/>
                  </a:lnTo>
                  <a:lnTo>
                    <a:pt x="2181334" y="355599"/>
                  </a:lnTo>
                  <a:lnTo>
                    <a:pt x="2156480" y="444499"/>
                  </a:lnTo>
                  <a:close/>
                </a:path>
                <a:path w="2336165" h="1498600">
                  <a:moveTo>
                    <a:pt x="1456147" y="749299"/>
                  </a:moveTo>
                  <a:lnTo>
                    <a:pt x="1355668" y="749299"/>
                  </a:lnTo>
                  <a:lnTo>
                    <a:pt x="1385525" y="685799"/>
                  </a:lnTo>
                  <a:lnTo>
                    <a:pt x="1771435" y="685799"/>
                  </a:lnTo>
                  <a:lnTo>
                    <a:pt x="1792808" y="698499"/>
                  </a:lnTo>
                  <a:lnTo>
                    <a:pt x="1484241" y="698499"/>
                  </a:lnTo>
                  <a:lnTo>
                    <a:pt x="1456147" y="749299"/>
                  </a:lnTo>
                  <a:close/>
                </a:path>
                <a:path w="2336165" h="1498600">
                  <a:moveTo>
                    <a:pt x="1413709" y="825499"/>
                  </a:moveTo>
                  <a:lnTo>
                    <a:pt x="922397" y="825499"/>
                  </a:lnTo>
                  <a:lnTo>
                    <a:pt x="915076" y="812799"/>
                  </a:lnTo>
                  <a:lnTo>
                    <a:pt x="851865" y="698499"/>
                  </a:lnTo>
                  <a:lnTo>
                    <a:pt x="958973" y="698499"/>
                  </a:lnTo>
                  <a:lnTo>
                    <a:pt x="982859" y="749299"/>
                  </a:lnTo>
                  <a:lnTo>
                    <a:pt x="1456147" y="749299"/>
                  </a:lnTo>
                  <a:lnTo>
                    <a:pt x="1421030" y="812799"/>
                  </a:lnTo>
                  <a:lnTo>
                    <a:pt x="1413709" y="825499"/>
                  </a:lnTo>
                  <a:close/>
                </a:path>
                <a:path w="2336165" h="1498600">
                  <a:moveTo>
                    <a:pt x="2060997" y="1498599"/>
                  </a:moveTo>
                  <a:lnTo>
                    <a:pt x="1904928" y="1498599"/>
                  </a:lnTo>
                  <a:lnTo>
                    <a:pt x="1885881" y="1485899"/>
                  </a:lnTo>
                  <a:lnTo>
                    <a:pt x="1870768" y="1485899"/>
                  </a:lnTo>
                  <a:lnTo>
                    <a:pt x="1861505" y="1460499"/>
                  </a:lnTo>
                  <a:lnTo>
                    <a:pt x="1860009" y="1447799"/>
                  </a:lnTo>
                  <a:lnTo>
                    <a:pt x="1865426" y="1422399"/>
                  </a:lnTo>
                  <a:lnTo>
                    <a:pt x="1875912" y="1422399"/>
                  </a:lnTo>
                  <a:lnTo>
                    <a:pt x="1890080" y="1409699"/>
                  </a:lnTo>
                  <a:lnTo>
                    <a:pt x="1997996" y="1409699"/>
                  </a:lnTo>
                  <a:lnTo>
                    <a:pt x="1997996" y="1219199"/>
                  </a:lnTo>
                  <a:lnTo>
                    <a:pt x="1995588" y="1168399"/>
                  </a:lnTo>
                  <a:lnTo>
                    <a:pt x="1988494" y="1117599"/>
                  </a:lnTo>
                  <a:lnTo>
                    <a:pt x="1976913" y="1079499"/>
                  </a:lnTo>
                  <a:lnTo>
                    <a:pt x="1961042" y="1028699"/>
                  </a:lnTo>
                  <a:lnTo>
                    <a:pt x="1941078" y="990599"/>
                  </a:lnTo>
                  <a:lnTo>
                    <a:pt x="1917219" y="939799"/>
                  </a:lnTo>
                  <a:lnTo>
                    <a:pt x="1889664" y="901699"/>
                  </a:lnTo>
                  <a:lnTo>
                    <a:pt x="1858609" y="876299"/>
                  </a:lnTo>
                  <a:lnTo>
                    <a:pt x="1824252" y="838199"/>
                  </a:lnTo>
                  <a:lnTo>
                    <a:pt x="1786791" y="812799"/>
                  </a:lnTo>
                  <a:lnTo>
                    <a:pt x="1746423" y="787399"/>
                  </a:lnTo>
                  <a:lnTo>
                    <a:pt x="1703346" y="761999"/>
                  </a:lnTo>
                  <a:lnTo>
                    <a:pt x="1657758" y="736599"/>
                  </a:lnTo>
                  <a:lnTo>
                    <a:pt x="1609856" y="723899"/>
                  </a:lnTo>
                  <a:lnTo>
                    <a:pt x="1484241" y="698499"/>
                  </a:lnTo>
                  <a:lnTo>
                    <a:pt x="1792808" y="698499"/>
                  </a:lnTo>
                  <a:lnTo>
                    <a:pt x="1814181" y="711199"/>
                  </a:lnTo>
                  <a:lnTo>
                    <a:pt x="1854720" y="749299"/>
                  </a:lnTo>
                  <a:lnTo>
                    <a:pt x="1892803" y="774699"/>
                  </a:lnTo>
                  <a:lnTo>
                    <a:pt x="1928182" y="812799"/>
                  </a:lnTo>
                  <a:lnTo>
                    <a:pt x="1960608" y="850899"/>
                  </a:lnTo>
                  <a:lnTo>
                    <a:pt x="1989907" y="888999"/>
                  </a:lnTo>
                  <a:lnTo>
                    <a:pt x="2015606" y="927099"/>
                  </a:lnTo>
                  <a:lnTo>
                    <a:pt x="2037611" y="977899"/>
                  </a:lnTo>
                  <a:lnTo>
                    <a:pt x="2055827" y="1028699"/>
                  </a:lnTo>
                  <a:lnTo>
                    <a:pt x="2070160" y="1066799"/>
                  </a:lnTo>
                  <a:lnTo>
                    <a:pt x="2080515" y="1117599"/>
                  </a:lnTo>
                  <a:lnTo>
                    <a:pt x="2086797" y="1168399"/>
                  </a:lnTo>
                  <a:lnTo>
                    <a:pt x="2088912" y="1219199"/>
                  </a:lnTo>
                  <a:lnTo>
                    <a:pt x="2088912" y="1447799"/>
                  </a:lnTo>
                  <a:lnTo>
                    <a:pt x="2085323" y="1473199"/>
                  </a:lnTo>
                  <a:lnTo>
                    <a:pt x="2075530" y="1485899"/>
                  </a:lnTo>
                  <a:lnTo>
                    <a:pt x="2060997" y="1498599"/>
                  </a:lnTo>
                  <a:close/>
                </a:path>
                <a:path w="2336165" h="1498600">
                  <a:moveTo>
                    <a:pt x="1393115" y="838199"/>
                  </a:moveTo>
                  <a:lnTo>
                    <a:pt x="942991" y="838199"/>
                  </a:lnTo>
                  <a:lnTo>
                    <a:pt x="931887" y="825499"/>
                  </a:lnTo>
                  <a:lnTo>
                    <a:pt x="1404219" y="825499"/>
                  </a:lnTo>
                  <a:lnTo>
                    <a:pt x="1393115" y="8381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979867" y="1153708"/>
              <a:ext cx="91453" cy="91746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780282" y="1153708"/>
              <a:ext cx="91453" cy="91746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580429" y="1153708"/>
              <a:ext cx="91453" cy="91746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14902688" y="1725116"/>
              <a:ext cx="1844675" cy="1395730"/>
            </a:xfrm>
            <a:custGeom>
              <a:avLst/>
              <a:gdLst/>
              <a:ahLst/>
              <a:cxnLst/>
              <a:rect l="l" t="t" r="r" b="b"/>
              <a:pathLst>
                <a:path w="1844675" h="1395730">
                  <a:moveTo>
                    <a:pt x="1186916" y="478853"/>
                  </a:moveTo>
                  <a:lnTo>
                    <a:pt x="1182636" y="431431"/>
                  </a:lnTo>
                  <a:lnTo>
                    <a:pt x="1170317" y="386791"/>
                  </a:lnTo>
                  <a:lnTo>
                    <a:pt x="1150696" y="345668"/>
                  </a:lnTo>
                  <a:lnTo>
                    <a:pt x="1124546" y="308825"/>
                  </a:lnTo>
                  <a:lnTo>
                    <a:pt x="1121791" y="306082"/>
                  </a:lnTo>
                  <a:lnTo>
                    <a:pt x="1095463" y="279857"/>
                  </a:lnTo>
                  <a:lnTo>
                    <a:pt x="1095463" y="478853"/>
                  </a:lnTo>
                  <a:lnTo>
                    <a:pt x="1089240" y="524738"/>
                  </a:lnTo>
                  <a:lnTo>
                    <a:pt x="1071714" y="566039"/>
                  </a:lnTo>
                  <a:lnTo>
                    <a:pt x="1044562" y="601078"/>
                  </a:lnTo>
                  <a:lnTo>
                    <a:pt x="1009472" y="628180"/>
                  </a:lnTo>
                  <a:lnTo>
                    <a:pt x="968133" y="645680"/>
                  </a:lnTo>
                  <a:lnTo>
                    <a:pt x="922235" y="651878"/>
                  </a:lnTo>
                  <a:lnTo>
                    <a:pt x="876020" y="645680"/>
                  </a:lnTo>
                  <a:lnTo>
                    <a:pt x="834517" y="628180"/>
                  </a:lnTo>
                  <a:lnTo>
                    <a:pt x="799350" y="601078"/>
                  </a:lnTo>
                  <a:lnTo>
                    <a:pt x="772185" y="566039"/>
                  </a:lnTo>
                  <a:lnTo>
                    <a:pt x="754684" y="524738"/>
                  </a:lnTo>
                  <a:lnTo>
                    <a:pt x="748474" y="478853"/>
                  </a:lnTo>
                  <a:lnTo>
                    <a:pt x="754684" y="432981"/>
                  </a:lnTo>
                  <a:lnTo>
                    <a:pt x="772185" y="391731"/>
                  </a:lnTo>
                  <a:lnTo>
                    <a:pt x="799350" y="356755"/>
                  </a:lnTo>
                  <a:lnTo>
                    <a:pt x="834517" y="329717"/>
                  </a:lnTo>
                  <a:lnTo>
                    <a:pt x="876020" y="312267"/>
                  </a:lnTo>
                  <a:lnTo>
                    <a:pt x="922235" y="306082"/>
                  </a:lnTo>
                  <a:lnTo>
                    <a:pt x="968222" y="312267"/>
                  </a:lnTo>
                  <a:lnTo>
                    <a:pt x="1009586" y="329717"/>
                  </a:lnTo>
                  <a:lnTo>
                    <a:pt x="1044663" y="356755"/>
                  </a:lnTo>
                  <a:lnTo>
                    <a:pt x="1071778" y="391731"/>
                  </a:lnTo>
                  <a:lnTo>
                    <a:pt x="1089266" y="432981"/>
                  </a:lnTo>
                  <a:lnTo>
                    <a:pt x="1095463" y="478853"/>
                  </a:lnTo>
                  <a:lnTo>
                    <a:pt x="1095463" y="279857"/>
                  </a:lnTo>
                  <a:lnTo>
                    <a:pt x="1055649" y="250939"/>
                  </a:lnTo>
                  <a:lnTo>
                    <a:pt x="1014437" y="231406"/>
                  </a:lnTo>
                  <a:lnTo>
                    <a:pt x="969708" y="219138"/>
                  </a:lnTo>
                  <a:lnTo>
                    <a:pt x="922235" y="214884"/>
                  </a:lnTo>
                  <a:lnTo>
                    <a:pt x="874687" y="219138"/>
                  </a:lnTo>
                  <a:lnTo>
                    <a:pt x="829894" y="231406"/>
                  </a:lnTo>
                  <a:lnTo>
                    <a:pt x="788631" y="250939"/>
                  </a:lnTo>
                  <a:lnTo>
                    <a:pt x="751649" y="276999"/>
                  </a:lnTo>
                  <a:lnTo>
                    <a:pt x="719696" y="308825"/>
                  </a:lnTo>
                  <a:lnTo>
                    <a:pt x="693521" y="345668"/>
                  </a:lnTo>
                  <a:lnTo>
                    <a:pt x="673900" y="386791"/>
                  </a:lnTo>
                  <a:lnTo>
                    <a:pt x="661568" y="431431"/>
                  </a:lnTo>
                  <a:lnTo>
                    <a:pt x="657288" y="478853"/>
                  </a:lnTo>
                  <a:lnTo>
                    <a:pt x="661568" y="526275"/>
                  </a:lnTo>
                  <a:lnTo>
                    <a:pt x="673900" y="570941"/>
                  </a:lnTo>
                  <a:lnTo>
                    <a:pt x="693521" y="612101"/>
                  </a:lnTo>
                  <a:lnTo>
                    <a:pt x="719696" y="648982"/>
                  </a:lnTo>
                  <a:lnTo>
                    <a:pt x="751649" y="680859"/>
                  </a:lnTo>
                  <a:lnTo>
                    <a:pt x="788631" y="706958"/>
                  </a:lnTo>
                  <a:lnTo>
                    <a:pt x="829894" y="726528"/>
                  </a:lnTo>
                  <a:lnTo>
                    <a:pt x="874687" y="738822"/>
                  </a:lnTo>
                  <a:lnTo>
                    <a:pt x="922235" y="743089"/>
                  </a:lnTo>
                  <a:lnTo>
                    <a:pt x="969708" y="738822"/>
                  </a:lnTo>
                  <a:lnTo>
                    <a:pt x="1014437" y="726528"/>
                  </a:lnTo>
                  <a:lnTo>
                    <a:pt x="1055649" y="706958"/>
                  </a:lnTo>
                  <a:lnTo>
                    <a:pt x="1092606" y="680859"/>
                  </a:lnTo>
                  <a:lnTo>
                    <a:pt x="1121638" y="651878"/>
                  </a:lnTo>
                  <a:lnTo>
                    <a:pt x="1124546" y="648982"/>
                  </a:lnTo>
                  <a:lnTo>
                    <a:pt x="1150696" y="612101"/>
                  </a:lnTo>
                  <a:lnTo>
                    <a:pt x="1170317" y="570941"/>
                  </a:lnTo>
                  <a:lnTo>
                    <a:pt x="1182636" y="526275"/>
                  </a:lnTo>
                  <a:lnTo>
                    <a:pt x="1186916" y="478853"/>
                  </a:lnTo>
                  <a:close/>
                </a:path>
                <a:path w="1844675" h="1395730">
                  <a:moveTo>
                    <a:pt x="1395653" y="472147"/>
                  </a:moveTo>
                  <a:lnTo>
                    <a:pt x="1393202" y="423964"/>
                  </a:lnTo>
                  <a:lnTo>
                    <a:pt x="1386001" y="377151"/>
                  </a:lnTo>
                  <a:lnTo>
                    <a:pt x="1374317" y="331939"/>
                  </a:lnTo>
                  <a:lnTo>
                    <a:pt x="1358366" y="288594"/>
                  </a:lnTo>
                  <a:lnTo>
                    <a:pt x="1338402" y="247332"/>
                  </a:lnTo>
                  <a:lnTo>
                    <a:pt x="1314653" y="208407"/>
                  </a:lnTo>
                  <a:lnTo>
                    <a:pt x="1304188" y="194462"/>
                  </a:lnTo>
                  <a:lnTo>
                    <a:pt x="1304188" y="472414"/>
                  </a:lnTo>
                  <a:lnTo>
                    <a:pt x="1300530" y="524979"/>
                  </a:lnTo>
                  <a:lnTo>
                    <a:pt x="1289685" y="576262"/>
                  </a:lnTo>
                  <a:lnTo>
                    <a:pt x="1271943" y="625487"/>
                  </a:lnTo>
                  <a:lnTo>
                    <a:pt x="1247559" y="671868"/>
                  </a:lnTo>
                  <a:lnTo>
                    <a:pt x="1216774" y="714654"/>
                  </a:lnTo>
                  <a:lnTo>
                    <a:pt x="1215428" y="716267"/>
                  </a:lnTo>
                  <a:lnTo>
                    <a:pt x="1214348" y="717600"/>
                  </a:lnTo>
                  <a:lnTo>
                    <a:pt x="1213548" y="719213"/>
                  </a:lnTo>
                  <a:lnTo>
                    <a:pt x="922235" y="1091831"/>
                  </a:lnTo>
                  <a:lnTo>
                    <a:pt x="627164" y="714654"/>
                  </a:lnTo>
                  <a:lnTo>
                    <a:pt x="626897" y="714121"/>
                  </a:lnTo>
                  <a:lnTo>
                    <a:pt x="625817" y="713041"/>
                  </a:lnTo>
                  <a:lnTo>
                    <a:pt x="595718" y="670242"/>
                  </a:lnTo>
                  <a:lnTo>
                    <a:pt x="571792" y="624090"/>
                  </a:lnTo>
                  <a:lnTo>
                    <a:pt x="554342" y="575271"/>
                  </a:lnTo>
                  <a:lnTo>
                    <a:pt x="543648" y="524484"/>
                  </a:lnTo>
                  <a:lnTo>
                    <a:pt x="540016" y="472414"/>
                  </a:lnTo>
                  <a:lnTo>
                    <a:pt x="540029" y="472147"/>
                  </a:lnTo>
                  <a:lnTo>
                    <a:pt x="543013" y="424637"/>
                  </a:lnTo>
                  <a:lnTo>
                    <a:pt x="551726" y="378625"/>
                  </a:lnTo>
                  <a:lnTo>
                    <a:pt x="565823" y="334721"/>
                  </a:lnTo>
                  <a:lnTo>
                    <a:pt x="584911" y="293306"/>
                  </a:lnTo>
                  <a:lnTo>
                    <a:pt x="608647" y="254711"/>
                  </a:lnTo>
                  <a:lnTo>
                    <a:pt x="636663" y="219329"/>
                  </a:lnTo>
                  <a:lnTo>
                    <a:pt x="668591" y="187490"/>
                  </a:lnTo>
                  <a:lnTo>
                    <a:pt x="704075" y="159562"/>
                  </a:lnTo>
                  <a:lnTo>
                    <a:pt x="742759" y="135915"/>
                  </a:lnTo>
                  <a:lnTo>
                    <a:pt x="784288" y="116890"/>
                  </a:lnTo>
                  <a:lnTo>
                    <a:pt x="828281" y="102870"/>
                  </a:lnTo>
                  <a:lnTo>
                    <a:pt x="874407" y="94183"/>
                  </a:lnTo>
                  <a:lnTo>
                    <a:pt x="922235" y="91211"/>
                  </a:lnTo>
                  <a:lnTo>
                    <a:pt x="970089" y="94183"/>
                  </a:lnTo>
                  <a:lnTo>
                    <a:pt x="1016177" y="102870"/>
                  </a:lnTo>
                  <a:lnTo>
                    <a:pt x="1060145" y="116890"/>
                  </a:lnTo>
                  <a:lnTo>
                    <a:pt x="1101648" y="135915"/>
                  </a:lnTo>
                  <a:lnTo>
                    <a:pt x="1140307" y="159562"/>
                  </a:lnTo>
                  <a:lnTo>
                    <a:pt x="1175778" y="187490"/>
                  </a:lnTo>
                  <a:lnTo>
                    <a:pt x="1207681" y="219329"/>
                  </a:lnTo>
                  <a:lnTo>
                    <a:pt x="1235671" y="254711"/>
                  </a:lnTo>
                  <a:lnTo>
                    <a:pt x="1259370" y="293306"/>
                  </a:lnTo>
                  <a:lnTo>
                    <a:pt x="1278445" y="334721"/>
                  </a:lnTo>
                  <a:lnTo>
                    <a:pt x="1292504" y="378625"/>
                  </a:lnTo>
                  <a:lnTo>
                    <a:pt x="1301216" y="424637"/>
                  </a:lnTo>
                  <a:lnTo>
                    <a:pt x="1304188" y="472414"/>
                  </a:lnTo>
                  <a:lnTo>
                    <a:pt x="1304188" y="194462"/>
                  </a:lnTo>
                  <a:lnTo>
                    <a:pt x="1287373" y="172046"/>
                  </a:lnTo>
                  <a:lnTo>
                    <a:pt x="1256792" y="138493"/>
                  </a:lnTo>
                  <a:lnTo>
                    <a:pt x="1223149" y="107988"/>
                  </a:lnTo>
                  <a:lnTo>
                    <a:pt x="1200658" y="91211"/>
                  </a:lnTo>
                  <a:lnTo>
                    <a:pt x="1186688" y="80772"/>
                  </a:lnTo>
                  <a:lnTo>
                    <a:pt x="1147648" y="57099"/>
                  </a:lnTo>
                  <a:lnTo>
                    <a:pt x="1106284" y="37185"/>
                  </a:lnTo>
                  <a:lnTo>
                    <a:pt x="1062812" y="21272"/>
                  </a:lnTo>
                  <a:lnTo>
                    <a:pt x="1017485" y="9613"/>
                  </a:lnTo>
                  <a:lnTo>
                    <a:pt x="970559" y="2438"/>
                  </a:lnTo>
                  <a:lnTo>
                    <a:pt x="922235" y="0"/>
                  </a:lnTo>
                  <a:lnTo>
                    <a:pt x="873925" y="2438"/>
                  </a:lnTo>
                  <a:lnTo>
                    <a:pt x="826985" y="9613"/>
                  </a:lnTo>
                  <a:lnTo>
                    <a:pt x="781659" y="21272"/>
                  </a:lnTo>
                  <a:lnTo>
                    <a:pt x="738200" y="37185"/>
                  </a:lnTo>
                  <a:lnTo>
                    <a:pt x="696823" y="57099"/>
                  </a:lnTo>
                  <a:lnTo>
                    <a:pt x="657796" y="80772"/>
                  </a:lnTo>
                  <a:lnTo>
                    <a:pt x="621334" y="107988"/>
                  </a:lnTo>
                  <a:lnTo>
                    <a:pt x="587692" y="138493"/>
                  </a:lnTo>
                  <a:lnTo>
                    <a:pt x="557110" y="172046"/>
                  </a:lnTo>
                  <a:lnTo>
                    <a:pt x="529831" y="208407"/>
                  </a:lnTo>
                  <a:lnTo>
                    <a:pt x="506082" y="247332"/>
                  </a:lnTo>
                  <a:lnTo>
                    <a:pt x="486105" y="288594"/>
                  </a:lnTo>
                  <a:lnTo>
                    <a:pt x="470166" y="331939"/>
                  </a:lnTo>
                  <a:lnTo>
                    <a:pt x="458470" y="377151"/>
                  </a:lnTo>
                  <a:lnTo>
                    <a:pt x="451281" y="423964"/>
                  </a:lnTo>
                  <a:lnTo>
                    <a:pt x="448830" y="472147"/>
                  </a:lnTo>
                  <a:lnTo>
                    <a:pt x="448843" y="472414"/>
                  </a:lnTo>
                  <a:lnTo>
                    <a:pt x="451916" y="525780"/>
                  </a:lnTo>
                  <a:lnTo>
                    <a:pt x="461048" y="578459"/>
                  </a:lnTo>
                  <a:lnTo>
                    <a:pt x="476034" y="629678"/>
                  </a:lnTo>
                  <a:lnTo>
                    <a:pt x="496697" y="678891"/>
                  </a:lnTo>
                  <a:lnTo>
                    <a:pt x="522833" y="725538"/>
                  </a:lnTo>
                  <a:lnTo>
                    <a:pt x="554278" y="769112"/>
                  </a:lnTo>
                  <a:lnTo>
                    <a:pt x="554278" y="769378"/>
                  </a:lnTo>
                  <a:lnTo>
                    <a:pt x="554545" y="769378"/>
                  </a:lnTo>
                  <a:lnTo>
                    <a:pt x="886193" y="1193774"/>
                  </a:lnTo>
                  <a:lnTo>
                    <a:pt x="893572" y="1201140"/>
                  </a:lnTo>
                  <a:lnTo>
                    <a:pt x="902195" y="1206614"/>
                  </a:lnTo>
                  <a:lnTo>
                    <a:pt x="911847" y="1210030"/>
                  </a:lnTo>
                  <a:lnTo>
                    <a:pt x="922235" y="1211211"/>
                  </a:lnTo>
                  <a:lnTo>
                    <a:pt x="932522" y="1210030"/>
                  </a:lnTo>
                  <a:lnTo>
                    <a:pt x="942149" y="1206614"/>
                  </a:lnTo>
                  <a:lnTo>
                    <a:pt x="950760" y="1201140"/>
                  </a:lnTo>
                  <a:lnTo>
                    <a:pt x="958011" y="1193774"/>
                  </a:lnTo>
                  <a:lnTo>
                    <a:pt x="1037805" y="1091831"/>
                  </a:lnTo>
                  <a:lnTo>
                    <a:pt x="1288326" y="771791"/>
                  </a:lnTo>
                  <a:lnTo>
                    <a:pt x="1288859" y="770991"/>
                  </a:lnTo>
                  <a:lnTo>
                    <a:pt x="1289672" y="770178"/>
                  </a:lnTo>
                  <a:lnTo>
                    <a:pt x="1290205" y="769112"/>
                  </a:lnTo>
                  <a:lnTo>
                    <a:pt x="1321650" y="725538"/>
                  </a:lnTo>
                  <a:lnTo>
                    <a:pt x="1347787" y="678891"/>
                  </a:lnTo>
                  <a:lnTo>
                    <a:pt x="1368450" y="629678"/>
                  </a:lnTo>
                  <a:lnTo>
                    <a:pt x="1383436" y="578459"/>
                  </a:lnTo>
                  <a:lnTo>
                    <a:pt x="1392567" y="525780"/>
                  </a:lnTo>
                  <a:lnTo>
                    <a:pt x="1392643" y="524484"/>
                  </a:lnTo>
                  <a:lnTo>
                    <a:pt x="1395653" y="472147"/>
                  </a:lnTo>
                  <a:close/>
                </a:path>
                <a:path w="1844675" h="1395730">
                  <a:moveTo>
                    <a:pt x="1844205" y="1350937"/>
                  </a:moveTo>
                  <a:lnTo>
                    <a:pt x="1546542" y="791108"/>
                  </a:lnTo>
                  <a:lnTo>
                    <a:pt x="1506474" y="767232"/>
                  </a:lnTo>
                  <a:lnTo>
                    <a:pt x="1499209" y="767232"/>
                  </a:lnTo>
                  <a:lnTo>
                    <a:pt x="1462595" y="799896"/>
                  </a:lnTo>
                  <a:lnTo>
                    <a:pt x="1460893" y="817232"/>
                  </a:lnTo>
                  <a:lnTo>
                    <a:pt x="1466126" y="834567"/>
                  </a:lnTo>
                  <a:lnTo>
                    <a:pt x="1721650" y="1304569"/>
                  </a:lnTo>
                  <a:lnTo>
                    <a:pt x="122288" y="1304569"/>
                  </a:lnTo>
                  <a:lnTo>
                    <a:pt x="377825" y="834567"/>
                  </a:lnTo>
                  <a:lnTo>
                    <a:pt x="370255" y="780961"/>
                  </a:lnTo>
                  <a:lnTo>
                    <a:pt x="343115" y="767232"/>
                  </a:lnTo>
                  <a:lnTo>
                    <a:pt x="338277" y="767232"/>
                  </a:lnTo>
                  <a:lnTo>
                    <a:pt x="296862" y="792187"/>
                  </a:lnTo>
                  <a:lnTo>
                    <a:pt x="5549" y="1328445"/>
                  </a:lnTo>
                  <a:lnTo>
                    <a:pt x="0" y="1351038"/>
                  </a:lnTo>
                  <a:lnTo>
                    <a:pt x="1727" y="1362468"/>
                  </a:lnTo>
                  <a:lnTo>
                    <a:pt x="33705" y="1393952"/>
                  </a:lnTo>
                  <a:lnTo>
                    <a:pt x="45631" y="1395501"/>
                  </a:lnTo>
                  <a:lnTo>
                    <a:pt x="1798586" y="1395501"/>
                  </a:lnTo>
                  <a:lnTo>
                    <a:pt x="1837855" y="1373238"/>
                  </a:lnTo>
                  <a:lnTo>
                    <a:pt x="1842554" y="1362430"/>
                  </a:lnTo>
                  <a:lnTo>
                    <a:pt x="1844205" y="13509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194171" y="2198595"/>
              <a:ext cx="91722" cy="91209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376884" y="2198595"/>
              <a:ext cx="91453" cy="91209"/>
            </a:xfrm>
            <a:prstGeom prst="rect">
              <a:avLst/>
            </a:prstGeom>
          </p:spPr>
        </p:pic>
      </p:grpSp>
      <p:pic>
        <p:nvPicPr>
          <p:cNvPr id="37" name="object 37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0" y="8841357"/>
            <a:ext cx="1505966" cy="14456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2440" y="3663681"/>
            <a:ext cx="129861" cy="12986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2440" y="5222022"/>
            <a:ext cx="129861" cy="12986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82440" y="7299810"/>
            <a:ext cx="129861" cy="12986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517453" y="3399167"/>
            <a:ext cx="5070475" cy="471043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 marR="5080">
              <a:lnSpc>
                <a:spcPts val="4090"/>
              </a:lnSpc>
              <a:spcBef>
                <a:spcPts val="295"/>
              </a:spcBef>
            </a:pP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Collects </a:t>
            </a:r>
            <a:r>
              <a:rPr dirty="0" sz="3450" spc="-10">
                <a:solidFill>
                  <a:srgbClr val="ABBCC8"/>
                </a:solidFill>
                <a:latin typeface="Microsoft Sans Serif"/>
                <a:cs typeface="Microsoft Sans Serif"/>
              </a:rPr>
              <a:t>real-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time </a:t>
            </a:r>
            <a:r>
              <a:rPr dirty="0" sz="3450" spc="-10">
                <a:solidFill>
                  <a:srgbClr val="ABBCC8"/>
                </a:solidFill>
                <a:latin typeface="Microsoft Sans Serif"/>
                <a:cs typeface="Microsoft Sans Serif"/>
              </a:rPr>
              <a:t>delivery </a:t>
            </a:r>
            <a:r>
              <a:rPr dirty="0" sz="3450" spc="-20">
                <a:solidFill>
                  <a:srgbClr val="ABBCC8"/>
                </a:solidFill>
                <a:latin typeface="Microsoft Sans Serif"/>
                <a:cs typeface="Microsoft Sans Serif"/>
              </a:rPr>
              <a:t>data</a:t>
            </a:r>
            <a:endParaRPr sz="34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3450">
              <a:latin typeface="Microsoft Sans Serif"/>
              <a:cs typeface="Microsoft Sans Serif"/>
            </a:endParaRPr>
          </a:p>
          <a:p>
            <a:pPr marL="12700" marR="444500">
              <a:lnSpc>
                <a:spcPts val="4090"/>
              </a:lnSpc>
            </a:pP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AI</a:t>
            </a:r>
            <a:r>
              <a:rPr dirty="0" sz="3450" spc="1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insights</a:t>
            </a:r>
            <a:r>
              <a:rPr dirty="0" sz="3450" spc="2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for</a:t>
            </a:r>
            <a:r>
              <a:rPr dirty="0" sz="3450" spc="2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 spc="-10">
                <a:solidFill>
                  <a:srgbClr val="ABBCC8"/>
                </a:solidFill>
                <a:latin typeface="Microsoft Sans Serif"/>
                <a:cs typeface="Microsoft Sans Serif"/>
              </a:rPr>
              <a:t>route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optimization</a:t>
            </a:r>
            <a:r>
              <a:rPr dirty="0" sz="3450" spc="-1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&amp;</a:t>
            </a:r>
            <a:r>
              <a:rPr dirty="0" sz="3450" spc="-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 spc="-10">
                <a:solidFill>
                  <a:srgbClr val="ABBCC8"/>
                </a:solidFill>
                <a:latin typeface="Microsoft Sans Serif"/>
                <a:cs typeface="Microsoft Sans Serif"/>
              </a:rPr>
              <a:t>resource allocation</a:t>
            </a:r>
            <a:endParaRPr sz="34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3450">
              <a:latin typeface="Microsoft Sans Serif"/>
              <a:cs typeface="Microsoft Sans Serif"/>
            </a:endParaRPr>
          </a:p>
          <a:p>
            <a:pPr marL="12700" marR="27940">
              <a:lnSpc>
                <a:spcPts val="4090"/>
              </a:lnSpc>
            </a:pP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Enhances</a:t>
            </a:r>
            <a:r>
              <a:rPr dirty="0" sz="3450" spc="-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forecasting </a:t>
            </a:r>
            <a:r>
              <a:rPr dirty="0" sz="3450" spc="-50">
                <a:solidFill>
                  <a:srgbClr val="ABBCC8"/>
                </a:solidFill>
                <a:latin typeface="Microsoft Sans Serif"/>
                <a:cs typeface="Microsoft Sans Serif"/>
              </a:rPr>
              <a:t>&amp;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continuous</a:t>
            </a:r>
            <a:r>
              <a:rPr dirty="0" sz="3450" spc="-1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 spc="-10">
                <a:solidFill>
                  <a:srgbClr val="ABBCC8"/>
                </a:solidFill>
                <a:latin typeface="Microsoft Sans Serif"/>
                <a:cs typeface="Microsoft Sans Serif"/>
              </a:rPr>
              <a:t>improvements</a:t>
            </a:r>
            <a:endParaRPr sz="34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 marR="5080">
              <a:lnSpc>
                <a:spcPts val="5250"/>
              </a:lnSpc>
              <a:spcBef>
                <a:spcPts val="220"/>
              </a:spcBef>
            </a:pPr>
            <a:r>
              <a:rPr dirty="0" spc="-30"/>
              <a:t>Data-</a:t>
            </a:r>
            <a:r>
              <a:rPr dirty="0"/>
              <a:t>Driven</a:t>
            </a:r>
            <a:r>
              <a:rPr dirty="0" spc="-125"/>
              <a:t> </a:t>
            </a:r>
            <a:r>
              <a:rPr dirty="0" spc="-10"/>
              <a:t>Decision Making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004780" y="3651194"/>
            <a:ext cx="134794" cy="13479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004780" y="5210955"/>
            <a:ext cx="134794" cy="13479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004780" y="6770716"/>
            <a:ext cx="134794" cy="134794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1317632" y="4950137"/>
            <a:ext cx="5168900" cy="263398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 marR="5080">
              <a:lnSpc>
                <a:spcPts val="4090"/>
              </a:lnSpc>
              <a:spcBef>
                <a:spcPts val="295"/>
              </a:spcBef>
            </a:pP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Faster</a:t>
            </a:r>
            <a:r>
              <a:rPr dirty="0" sz="3450" spc="-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deliveries →</a:t>
            </a:r>
            <a:r>
              <a:rPr dirty="0" sz="3450" spc="-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 spc="-10">
                <a:solidFill>
                  <a:srgbClr val="ABBCC8"/>
                </a:solidFill>
                <a:latin typeface="Microsoft Sans Serif"/>
                <a:cs typeface="Microsoft Sans Serif"/>
              </a:rPr>
              <a:t>higher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customer </a:t>
            </a:r>
            <a:r>
              <a:rPr dirty="0" sz="3450" spc="-10">
                <a:solidFill>
                  <a:srgbClr val="ABBCC8"/>
                </a:solidFill>
                <a:latin typeface="Microsoft Sans Serif"/>
                <a:cs typeface="Microsoft Sans Serif"/>
              </a:rPr>
              <a:t>satisfaction</a:t>
            </a:r>
            <a:endParaRPr sz="34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3450">
              <a:latin typeface="Microsoft Sans Serif"/>
              <a:cs typeface="Microsoft Sans Serif"/>
            </a:endParaRPr>
          </a:p>
          <a:p>
            <a:pPr marL="12700" marR="323215">
              <a:lnSpc>
                <a:spcPts val="4090"/>
              </a:lnSpc>
              <a:spcBef>
                <a:spcPts val="5"/>
              </a:spcBef>
            </a:pPr>
            <a:r>
              <a:rPr dirty="0" sz="3450" spc="-10">
                <a:solidFill>
                  <a:srgbClr val="ABBCC8"/>
                </a:solidFill>
                <a:latin typeface="Microsoft Sans Serif"/>
                <a:cs typeface="Microsoft Sans Serif"/>
              </a:rPr>
              <a:t>First-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mover</a:t>
            </a:r>
            <a:r>
              <a:rPr dirty="0" sz="3450" spc="2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advantage</a:t>
            </a:r>
            <a:r>
              <a:rPr dirty="0" sz="3450" spc="1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 spc="-50">
                <a:solidFill>
                  <a:srgbClr val="ABBCC8"/>
                </a:solidFill>
                <a:latin typeface="Microsoft Sans Serif"/>
                <a:cs typeface="Microsoft Sans Serif"/>
              </a:rPr>
              <a:t>&amp;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innovative</a:t>
            </a:r>
            <a:r>
              <a:rPr dirty="0" sz="3450" spc="-1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brand</a:t>
            </a:r>
            <a:r>
              <a:rPr dirty="0" sz="3450" spc="-10">
                <a:solidFill>
                  <a:srgbClr val="ABBCC8"/>
                </a:solidFill>
                <a:latin typeface="Microsoft Sans Serif"/>
                <a:cs typeface="Microsoft Sans Serif"/>
              </a:rPr>
              <a:t> image</a:t>
            </a:r>
            <a:endParaRPr sz="3450">
              <a:latin typeface="Microsoft Sans Serif"/>
              <a:cs typeface="Microsoft Sans Serif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1133687" y="1606813"/>
            <a:ext cx="5157470" cy="285813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700" marR="1938655">
              <a:lnSpc>
                <a:spcPts val="5250"/>
              </a:lnSpc>
              <a:spcBef>
                <a:spcPts val="300"/>
              </a:spcBef>
            </a:pPr>
            <a:r>
              <a:rPr dirty="0" sz="4400" spc="-10" b="1">
                <a:solidFill>
                  <a:srgbClr val="2F5B98"/>
                </a:solidFill>
                <a:latin typeface="Arial"/>
                <a:cs typeface="Arial"/>
              </a:rPr>
              <a:t>Competitive Advantages</a:t>
            </a:r>
            <a:endParaRPr sz="4400">
              <a:latin typeface="Arial"/>
              <a:cs typeface="Arial"/>
            </a:endParaRPr>
          </a:p>
          <a:p>
            <a:pPr marL="196215" marR="5080">
              <a:lnSpc>
                <a:spcPts val="4090"/>
              </a:lnSpc>
              <a:spcBef>
                <a:spcPts val="3520"/>
              </a:spcBef>
            </a:pP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Distinguishes</a:t>
            </a:r>
            <a:r>
              <a:rPr dirty="0" sz="3450" spc="-9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 spc="-10">
                <a:solidFill>
                  <a:srgbClr val="ABBCC8"/>
                </a:solidFill>
                <a:latin typeface="Microsoft Sans Serif"/>
                <a:cs typeface="Microsoft Sans Serif"/>
              </a:rPr>
              <a:t>businesses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with</a:t>
            </a:r>
            <a:r>
              <a:rPr dirty="0" sz="3450" spc="1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 spc="-10">
                <a:solidFill>
                  <a:srgbClr val="ABBCC8"/>
                </a:solidFill>
                <a:latin typeface="Microsoft Sans Serif"/>
                <a:cs typeface="Microsoft Sans Serif"/>
              </a:rPr>
              <a:t>cutting-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edge</a:t>
            </a:r>
            <a:r>
              <a:rPr dirty="0" sz="3450" spc="3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 spc="-10">
                <a:solidFill>
                  <a:srgbClr val="ABBCC8"/>
                </a:solidFill>
                <a:latin typeface="Microsoft Sans Serif"/>
                <a:cs typeface="Microsoft Sans Serif"/>
              </a:rPr>
              <a:t>service</a:t>
            </a:r>
            <a:endParaRPr sz="3450">
              <a:latin typeface="Microsoft Sans Serif"/>
              <a:cs typeface="Microsoft Sans Serif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0" y="0"/>
            <a:ext cx="1439545" cy="1448435"/>
            <a:chOff x="0" y="0"/>
            <a:chExt cx="1439545" cy="1448435"/>
          </a:xfrm>
        </p:grpSpPr>
        <p:sp>
          <p:nvSpPr>
            <p:cNvPr id="13" name="object 13" descr=""/>
            <p:cNvSpPr/>
            <p:nvPr/>
          </p:nvSpPr>
          <p:spPr>
            <a:xfrm>
              <a:off x="0" y="0"/>
              <a:ext cx="1439545" cy="1448435"/>
            </a:xfrm>
            <a:custGeom>
              <a:avLst/>
              <a:gdLst/>
              <a:ahLst/>
              <a:cxnLst/>
              <a:rect l="l" t="t" r="r" b="b"/>
              <a:pathLst>
                <a:path w="1439545" h="1448435">
                  <a:moveTo>
                    <a:pt x="24790" y="1447899"/>
                  </a:moveTo>
                  <a:lnTo>
                    <a:pt x="0" y="1447899"/>
                  </a:lnTo>
                  <a:lnTo>
                    <a:pt x="0" y="0"/>
                  </a:lnTo>
                  <a:lnTo>
                    <a:pt x="1439408" y="0"/>
                  </a:lnTo>
                  <a:lnTo>
                    <a:pt x="1439408" y="58689"/>
                  </a:lnTo>
                  <a:lnTo>
                    <a:pt x="1437368" y="99793"/>
                  </a:lnTo>
                  <a:lnTo>
                    <a:pt x="1433384" y="147858"/>
                  </a:lnTo>
                  <a:lnTo>
                    <a:pt x="1427806" y="195794"/>
                  </a:lnTo>
                  <a:lnTo>
                    <a:pt x="1420635" y="243557"/>
                  </a:lnTo>
                  <a:lnTo>
                    <a:pt x="1411870" y="291105"/>
                  </a:lnTo>
                  <a:lnTo>
                    <a:pt x="1401511" y="338393"/>
                  </a:lnTo>
                  <a:lnTo>
                    <a:pt x="1389558" y="385380"/>
                  </a:lnTo>
                  <a:lnTo>
                    <a:pt x="1376012" y="432023"/>
                  </a:lnTo>
                  <a:lnTo>
                    <a:pt x="1360873" y="478278"/>
                  </a:lnTo>
                  <a:lnTo>
                    <a:pt x="1344140" y="524102"/>
                  </a:lnTo>
                  <a:lnTo>
                    <a:pt x="1325813" y="569454"/>
                  </a:lnTo>
                  <a:lnTo>
                    <a:pt x="1305892" y="614289"/>
                  </a:lnTo>
                  <a:lnTo>
                    <a:pt x="1284378" y="658565"/>
                  </a:lnTo>
                  <a:lnTo>
                    <a:pt x="1261270" y="702239"/>
                  </a:lnTo>
                  <a:lnTo>
                    <a:pt x="1236568" y="745268"/>
                  </a:lnTo>
                  <a:lnTo>
                    <a:pt x="1210273" y="787609"/>
                  </a:lnTo>
                  <a:lnTo>
                    <a:pt x="1182384" y="829219"/>
                  </a:lnTo>
                  <a:lnTo>
                    <a:pt x="1152902" y="870055"/>
                  </a:lnTo>
                  <a:lnTo>
                    <a:pt x="1121826" y="910075"/>
                  </a:lnTo>
                  <a:lnTo>
                    <a:pt x="1089156" y="949235"/>
                  </a:lnTo>
                  <a:lnTo>
                    <a:pt x="1054892" y="987492"/>
                  </a:lnTo>
                  <a:lnTo>
                    <a:pt x="1019035" y="1024804"/>
                  </a:lnTo>
                  <a:lnTo>
                    <a:pt x="984192" y="1058652"/>
                  </a:lnTo>
                  <a:lnTo>
                    <a:pt x="948516" y="1091089"/>
                  </a:lnTo>
                  <a:lnTo>
                    <a:pt x="912044" y="1122116"/>
                  </a:lnTo>
                  <a:lnTo>
                    <a:pt x="874810" y="1151733"/>
                  </a:lnTo>
                  <a:lnTo>
                    <a:pt x="836850" y="1179939"/>
                  </a:lnTo>
                  <a:lnTo>
                    <a:pt x="798200" y="1206735"/>
                  </a:lnTo>
                  <a:lnTo>
                    <a:pt x="758895" y="1232121"/>
                  </a:lnTo>
                  <a:lnTo>
                    <a:pt x="718970" y="1256096"/>
                  </a:lnTo>
                  <a:lnTo>
                    <a:pt x="678461" y="1278661"/>
                  </a:lnTo>
                  <a:lnTo>
                    <a:pt x="637403" y="1299816"/>
                  </a:lnTo>
                  <a:lnTo>
                    <a:pt x="595831" y="1319560"/>
                  </a:lnTo>
                  <a:lnTo>
                    <a:pt x="553782" y="1337894"/>
                  </a:lnTo>
                  <a:lnTo>
                    <a:pt x="511290" y="1354818"/>
                  </a:lnTo>
                  <a:lnTo>
                    <a:pt x="468390" y="1370331"/>
                  </a:lnTo>
                  <a:lnTo>
                    <a:pt x="425119" y="1384435"/>
                  </a:lnTo>
                  <a:lnTo>
                    <a:pt x="381512" y="1397127"/>
                  </a:lnTo>
                  <a:lnTo>
                    <a:pt x="337603" y="1408410"/>
                  </a:lnTo>
                  <a:lnTo>
                    <a:pt x="293429" y="1418282"/>
                  </a:lnTo>
                  <a:lnTo>
                    <a:pt x="249024" y="1426744"/>
                  </a:lnTo>
                  <a:lnTo>
                    <a:pt x="204425" y="1433796"/>
                  </a:lnTo>
                  <a:lnTo>
                    <a:pt x="159667" y="1439437"/>
                  </a:lnTo>
                  <a:lnTo>
                    <a:pt x="114784" y="1443668"/>
                  </a:lnTo>
                  <a:lnTo>
                    <a:pt x="69814" y="1446488"/>
                  </a:lnTo>
                  <a:lnTo>
                    <a:pt x="24790" y="1447899"/>
                  </a:lnTo>
                  <a:close/>
                </a:path>
              </a:pathLst>
            </a:custGeom>
            <a:solidFill>
              <a:srgbClr val="67B9AB">
                <a:alpha val="58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1372" y="7162"/>
              <a:ext cx="1428115" cy="1014730"/>
            </a:xfrm>
            <a:custGeom>
              <a:avLst/>
              <a:gdLst/>
              <a:ahLst/>
              <a:cxnLst/>
              <a:rect l="l" t="t" r="r" b="b"/>
              <a:pathLst>
                <a:path w="1428115" h="1014730">
                  <a:moveTo>
                    <a:pt x="1010046" y="1014686"/>
                  </a:moveTo>
                  <a:lnTo>
                    <a:pt x="0" y="0"/>
                  </a:lnTo>
                  <a:lnTo>
                    <a:pt x="1428036" y="0"/>
                  </a:lnTo>
                  <a:lnTo>
                    <a:pt x="1428036" y="47883"/>
                  </a:lnTo>
                  <a:lnTo>
                    <a:pt x="1425458" y="95717"/>
                  </a:lnTo>
                  <a:lnTo>
                    <a:pt x="1421384" y="143461"/>
                  </a:lnTo>
                  <a:lnTo>
                    <a:pt x="1415740" y="191073"/>
                  </a:lnTo>
                  <a:lnTo>
                    <a:pt x="1408525" y="238511"/>
                  </a:lnTo>
                  <a:lnTo>
                    <a:pt x="1399741" y="285731"/>
                  </a:lnTo>
                  <a:lnTo>
                    <a:pt x="1389385" y="332694"/>
                  </a:lnTo>
                  <a:lnTo>
                    <a:pt x="1377460" y="379356"/>
                  </a:lnTo>
                  <a:lnTo>
                    <a:pt x="1363963" y="425676"/>
                  </a:lnTo>
                  <a:lnTo>
                    <a:pt x="1348896" y="471611"/>
                  </a:lnTo>
                  <a:lnTo>
                    <a:pt x="1332258" y="517120"/>
                  </a:lnTo>
                  <a:lnTo>
                    <a:pt x="1314049" y="562160"/>
                  </a:lnTo>
                  <a:lnTo>
                    <a:pt x="1294269" y="606690"/>
                  </a:lnTo>
                  <a:lnTo>
                    <a:pt x="1272918" y="650668"/>
                  </a:lnTo>
                  <a:lnTo>
                    <a:pt x="1249996" y="694052"/>
                  </a:lnTo>
                  <a:lnTo>
                    <a:pt x="1225503" y="736799"/>
                  </a:lnTo>
                  <a:lnTo>
                    <a:pt x="1199438" y="778868"/>
                  </a:lnTo>
                  <a:lnTo>
                    <a:pt x="1171802" y="820217"/>
                  </a:lnTo>
                  <a:lnTo>
                    <a:pt x="1142594" y="860803"/>
                  </a:lnTo>
                  <a:lnTo>
                    <a:pt x="1111815" y="900585"/>
                  </a:lnTo>
                  <a:lnTo>
                    <a:pt x="1079464" y="939521"/>
                  </a:lnTo>
                  <a:lnTo>
                    <a:pt x="1045541" y="977568"/>
                  </a:lnTo>
                  <a:lnTo>
                    <a:pt x="1010046" y="1014686"/>
                  </a:lnTo>
                  <a:close/>
                </a:path>
              </a:pathLst>
            </a:custGeom>
            <a:solidFill>
              <a:srgbClr val="67B9A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5" name="object 15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46154" y="6153311"/>
            <a:ext cx="3343307" cy="34255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258300"/>
            <a:ext cx="1645806" cy="1028699"/>
          </a:xfrm>
          <a:prstGeom prst="rect">
            <a:avLst/>
          </a:prstGeom>
        </p:spPr>
      </p:pic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0965"/>
              </a:lnSpc>
              <a:spcBef>
                <a:spcPts val="100"/>
              </a:spcBef>
              <a:tabLst>
                <a:tab pos="8340725" algn="l"/>
              </a:tabLst>
            </a:pPr>
            <a:r>
              <a:rPr dirty="0" spc="-10"/>
              <a:t>CHALLENGES</a:t>
            </a:r>
            <a:r>
              <a:rPr dirty="0"/>
              <a:t>	</a:t>
            </a:r>
            <a:r>
              <a:rPr dirty="0" spc="-50"/>
              <a:t>&amp;</a:t>
            </a:r>
          </a:p>
          <a:p>
            <a:pPr marL="12700">
              <a:lnSpc>
                <a:spcPts val="10965"/>
              </a:lnSpc>
            </a:pPr>
            <a:r>
              <a:rPr dirty="0" spc="-10"/>
              <a:t>CONSIDERATIONS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18554" y="930275"/>
            <a:ext cx="1720850" cy="1854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0" spc="-25" b="0">
                <a:solidFill>
                  <a:srgbClr val="F5F5F7"/>
                </a:solidFill>
                <a:latin typeface="Microsoft Sans Serif"/>
                <a:cs typeface="Microsoft Sans Serif"/>
              </a:rPr>
              <a:t>04</a:t>
            </a:r>
            <a:endParaRPr sz="12000">
              <a:latin typeface="Microsoft Sans Serif"/>
              <a:cs typeface="Microsoft Sans Serif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694" y="7340920"/>
            <a:ext cx="17259305" cy="431396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9653429" y="1196973"/>
            <a:ext cx="3810000" cy="2847975"/>
            <a:chOff x="9653429" y="1196973"/>
            <a:chExt cx="3810000" cy="2847975"/>
          </a:xfrm>
        </p:grpSpPr>
        <p:sp>
          <p:nvSpPr>
            <p:cNvPr id="7" name="object 7" descr=""/>
            <p:cNvSpPr/>
            <p:nvPr/>
          </p:nvSpPr>
          <p:spPr>
            <a:xfrm>
              <a:off x="9653422" y="1944940"/>
              <a:ext cx="2564130" cy="2099945"/>
            </a:xfrm>
            <a:custGeom>
              <a:avLst/>
              <a:gdLst/>
              <a:ahLst/>
              <a:cxnLst/>
              <a:rect l="l" t="t" r="r" b="b"/>
              <a:pathLst>
                <a:path w="2564129" h="2099945">
                  <a:moveTo>
                    <a:pt x="2564053" y="657580"/>
                  </a:moveTo>
                  <a:lnTo>
                    <a:pt x="2373045" y="666394"/>
                  </a:lnTo>
                  <a:lnTo>
                    <a:pt x="1218539" y="0"/>
                  </a:lnTo>
                  <a:lnTo>
                    <a:pt x="1218539" y="719696"/>
                  </a:lnTo>
                  <a:lnTo>
                    <a:pt x="878586" y="735380"/>
                  </a:lnTo>
                  <a:lnTo>
                    <a:pt x="0" y="1242568"/>
                  </a:lnTo>
                  <a:lnTo>
                    <a:pt x="1224165" y="1949310"/>
                  </a:lnTo>
                  <a:lnTo>
                    <a:pt x="2514231" y="2099945"/>
                  </a:lnTo>
                  <a:lnTo>
                    <a:pt x="2564053" y="657580"/>
                  </a:lnTo>
                  <a:close/>
                </a:path>
              </a:pathLst>
            </a:custGeom>
            <a:solidFill>
              <a:srgbClr val="169A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871970" y="1196973"/>
              <a:ext cx="2591435" cy="1496060"/>
            </a:xfrm>
            <a:custGeom>
              <a:avLst/>
              <a:gdLst/>
              <a:ahLst/>
              <a:cxnLst/>
              <a:rect l="l" t="t" r="r" b="b"/>
              <a:pathLst>
                <a:path w="2591434" h="1496060">
                  <a:moveTo>
                    <a:pt x="1295688" y="1495835"/>
                  </a:moveTo>
                  <a:lnTo>
                    <a:pt x="0" y="747959"/>
                  </a:lnTo>
                  <a:lnTo>
                    <a:pt x="1295688" y="0"/>
                  </a:lnTo>
                  <a:lnTo>
                    <a:pt x="2591376" y="747959"/>
                  </a:lnTo>
                  <a:lnTo>
                    <a:pt x="1295688" y="1495835"/>
                  </a:lnTo>
                  <a:close/>
                </a:path>
              </a:pathLst>
            </a:custGeom>
            <a:solidFill>
              <a:srgbClr val="67B9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1398669" y="1490712"/>
              <a:ext cx="1788160" cy="981710"/>
            </a:xfrm>
            <a:custGeom>
              <a:avLst/>
              <a:gdLst/>
              <a:ahLst/>
              <a:cxnLst/>
              <a:rect l="l" t="t" r="r" b="b"/>
              <a:pathLst>
                <a:path w="1788159" h="981710">
                  <a:moveTo>
                    <a:pt x="1788033" y="852500"/>
                  </a:moveTo>
                  <a:lnTo>
                    <a:pt x="1022146" y="424294"/>
                  </a:lnTo>
                  <a:lnTo>
                    <a:pt x="1530604" y="146913"/>
                  </a:lnTo>
                  <a:lnTo>
                    <a:pt x="1302804" y="17805"/>
                  </a:lnTo>
                  <a:lnTo>
                    <a:pt x="800684" y="300278"/>
                  </a:lnTo>
                  <a:lnTo>
                    <a:pt x="263474" y="0"/>
                  </a:lnTo>
                  <a:lnTo>
                    <a:pt x="57772" y="118770"/>
                  </a:lnTo>
                  <a:lnTo>
                    <a:pt x="587375" y="423024"/>
                  </a:lnTo>
                  <a:lnTo>
                    <a:pt x="0" y="760133"/>
                  </a:lnTo>
                  <a:lnTo>
                    <a:pt x="205854" y="879309"/>
                  </a:lnTo>
                  <a:lnTo>
                    <a:pt x="802868" y="546455"/>
                  </a:lnTo>
                  <a:lnTo>
                    <a:pt x="1560233" y="981532"/>
                  </a:lnTo>
                  <a:lnTo>
                    <a:pt x="1788033" y="852500"/>
                  </a:lnTo>
                  <a:close/>
                </a:path>
              </a:pathLst>
            </a:custGeom>
            <a:solidFill>
              <a:srgbClr val="F5F5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1398755" y="2251085"/>
              <a:ext cx="206375" cy="1487170"/>
            </a:xfrm>
            <a:custGeom>
              <a:avLst/>
              <a:gdLst/>
              <a:ahLst/>
              <a:cxnLst/>
              <a:rect l="l" t="t" r="r" b="b"/>
              <a:pathLst>
                <a:path w="206375" h="1487170">
                  <a:moveTo>
                    <a:pt x="205863" y="1486648"/>
                  </a:moveTo>
                  <a:lnTo>
                    <a:pt x="0" y="1356208"/>
                  </a:lnTo>
                  <a:lnTo>
                    <a:pt x="0" y="0"/>
                  </a:lnTo>
                  <a:lnTo>
                    <a:pt x="205863" y="118852"/>
                  </a:lnTo>
                  <a:lnTo>
                    <a:pt x="205863" y="1486648"/>
                  </a:lnTo>
                  <a:close/>
                </a:path>
              </a:pathLst>
            </a:custGeom>
            <a:solidFill>
              <a:srgbClr val="F5F5F7">
                <a:alpha val="46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2167741" y="1944932"/>
              <a:ext cx="1296035" cy="2099945"/>
            </a:xfrm>
            <a:custGeom>
              <a:avLst/>
              <a:gdLst/>
              <a:ahLst/>
              <a:cxnLst/>
              <a:rect l="l" t="t" r="r" b="b"/>
              <a:pathLst>
                <a:path w="1296034" h="2099945">
                  <a:moveTo>
                    <a:pt x="0" y="2099946"/>
                  </a:moveTo>
                  <a:lnTo>
                    <a:pt x="0" y="747876"/>
                  </a:lnTo>
                  <a:lnTo>
                    <a:pt x="1295605" y="0"/>
                  </a:lnTo>
                  <a:lnTo>
                    <a:pt x="1295688" y="1351987"/>
                  </a:lnTo>
                  <a:lnTo>
                    <a:pt x="0" y="2099946"/>
                  </a:lnTo>
                  <a:close/>
                </a:path>
              </a:pathLst>
            </a:custGeom>
            <a:solidFill>
              <a:srgbClr val="67B9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0960871" y="2081000"/>
              <a:ext cx="300990" cy="617220"/>
            </a:xfrm>
            <a:custGeom>
              <a:avLst/>
              <a:gdLst/>
              <a:ahLst/>
              <a:cxnLst/>
              <a:rect l="l" t="t" r="r" b="b"/>
              <a:pathLst>
                <a:path w="300990" h="617219">
                  <a:moveTo>
                    <a:pt x="300972" y="616939"/>
                  </a:moveTo>
                  <a:lnTo>
                    <a:pt x="0" y="443047"/>
                  </a:lnTo>
                  <a:lnTo>
                    <a:pt x="0" y="0"/>
                  </a:lnTo>
                  <a:lnTo>
                    <a:pt x="82982" y="47921"/>
                  </a:lnTo>
                  <a:lnTo>
                    <a:pt x="27729" y="47921"/>
                  </a:lnTo>
                  <a:lnTo>
                    <a:pt x="27729" y="426991"/>
                  </a:lnTo>
                  <a:lnTo>
                    <a:pt x="273325" y="569018"/>
                  </a:lnTo>
                  <a:lnTo>
                    <a:pt x="300972" y="569018"/>
                  </a:lnTo>
                  <a:lnTo>
                    <a:pt x="300972" y="616939"/>
                  </a:lnTo>
                  <a:close/>
                </a:path>
                <a:path w="300990" h="617219">
                  <a:moveTo>
                    <a:pt x="300972" y="569018"/>
                  </a:moveTo>
                  <a:lnTo>
                    <a:pt x="273325" y="569018"/>
                  </a:lnTo>
                  <a:lnTo>
                    <a:pt x="273325" y="189783"/>
                  </a:lnTo>
                  <a:lnTo>
                    <a:pt x="27729" y="47921"/>
                  </a:lnTo>
                  <a:lnTo>
                    <a:pt x="82982" y="47921"/>
                  </a:lnTo>
                  <a:lnTo>
                    <a:pt x="300972" y="173809"/>
                  </a:lnTo>
                  <a:lnTo>
                    <a:pt x="300972" y="569018"/>
                  </a:lnTo>
                  <a:close/>
                </a:path>
              </a:pathLst>
            </a:custGeom>
            <a:solidFill>
              <a:srgbClr val="F5F5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04246" y="2237842"/>
              <a:ext cx="202055" cy="303172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12756773" y="2222944"/>
              <a:ext cx="222250" cy="1489710"/>
            </a:xfrm>
            <a:custGeom>
              <a:avLst/>
              <a:gdLst/>
              <a:ahLst/>
              <a:cxnLst/>
              <a:rect l="l" t="t" r="r" b="b"/>
              <a:pathLst>
                <a:path w="222250" h="1489710">
                  <a:moveTo>
                    <a:pt x="0" y="1489544"/>
                  </a:moveTo>
                  <a:lnTo>
                    <a:pt x="0" y="128204"/>
                  </a:lnTo>
                  <a:lnTo>
                    <a:pt x="221921" y="0"/>
                  </a:lnTo>
                  <a:lnTo>
                    <a:pt x="221921" y="1361340"/>
                  </a:lnTo>
                  <a:lnTo>
                    <a:pt x="0" y="1489544"/>
                  </a:lnTo>
                  <a:close/>
                </a:path>
              </a:pathLst>
            </a:custGeom>
            <a:solidFill>
              <a:srgbClr val="F5F5F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13465345" y="2927106"/>
            <a:ext cx="3517900" cy="3952875"/>
            <a:chOff x="13465345" y="2927106"/>
            <a:chExt cx="3517900" cy="3952875"/>
          </a:xfrm>
        </p:grpSpPr>
        <p:sp>
          <p:nvSpPr>
            <p:cNvPr id="16" name="object 16" descr=""/>
            <p:cNvSpPr/>
            <p:nvPr/>
          </p:nvSpPr>
          <p:spPr>
            <a:xfrm>
              <a:off x="13465345" y="5447446"/>
              <a:ext cx="2069464" cy="1387475"/>
            </a:xfrm>
            <a:custGeom>
              <a:avLst/>
              <a:gdLst/>
              <a:ahLst/>
              <a:cxnLst/>
              <a:rect l="l" t="t" r="r" b="b"/>
              <a:pathLst>
                <a:path w="2069465" h="1387475">
                  <a:moveTo>
                    <a:pt x="2069209" y="1387138"/>
                  </a:moveTo>
                  <a:lnTo>
                    <a:pt x="2068670" y="1259035"/>
                  </a:lnTo>
                  <a:lnTo>
                    <a:pt x="77103" y="103839"/>
                  </a:lnTo>
                  <a:lnTo>
                    <a:pt x="70740" y="99957"/>
                  </a:lnTo>
                  <a:lnTo>
                    <a:pt x="64702" y="96183"/>
                  </a:lnTo>
                  <a:lnTo>
                    <a:pt x="58987" y="92086"/>
                  </a:lnTo>
                  <a:lnTo>
                    <a:pt x="57153" y="90684"/>
                  </a:lnTo>
                  <a:lnTo>
                    <a:pt x="50576" y="85292"/>
                  </a:lnTo>
                  <a:lnTo>
                    <a:pt x="46478" y="82596"/>
                  </a:lnTo>
                  <a:lnTo>
                    <a:pt x="43027" y="79469"/>
                  </a:lnTo>
                  <a:lnTo>
                    <a:pt x="38175" y="74293"/>
                  </a:lnTo>
                  <a:lnTo>
                    <a:pt x="35371" y="71706"/>
                  </a:lnTo>
                  <a:lnTo>
                    <a:pt x="32244" y="69225"/>
                  </a:lnTo>
                  <a:lnTo>
                    <a:pt x="29764" y="66422"/>
                  </a:lnTo>
                  <a:lnTo>
                    <a:pt x="27931" y="64481"/>
                  </a:lnTo>
                  <a:lnTo>
                    <a:pt x="26637" y="62540"/>
                  </a:lnTo>
                  <a:lnTo>
                    <a:pt x="25127" y="60599"/>
                  </a:lnTo>
                  <a:lnTo>
                    <a:pt x="24588" y="59736"/>
                  </a:lnTo>
                  <a:lnTo>
                    <a:pt x="23617" y="58658"/>
                  </a:lnTo>
                  <a:lnTo>
                    <a:pt x="22755" y="57795"/>
                  </a:lnTo>
                  <a:lnTo>
                    <a:pt x="21461" y="56070"/>
                  </a:lnTo>
                  <a:lnTo>
                    <a:pt x="19951" y="54345"/>
                  </a:lnTo>
                  <a:lnTo>
                    <a:pt x="18980" y="52620"/>
                  </a:lnTo>
                  <a:lnTo>
                    <a:pt x="17471" y="50679"/>
                  </a:lnTo>
                  <a:lnTo>
                    <a:pt x="16393" y="48522"/>
                  </a:lnTo>
                  <a:lnTo>
                    <a:pt x="15099" y="46581"/>
                  </a:lnTo>
                  <a:lnTo>
                    <a:pt x="13589" y="43777"/>
                  </a:lnTo>
                  <a:lnTo>
                    <a:pt x="11864" y="41297"/>
                  </a:lnTo>
                  <a:lnTo>
                    <a:pt x="10354" y="38494"/>
                  </a:lnTo>
                  <a:lnTo>
                    <a:pt x="9276" y="36553"/>
                  </a:lnTo>
                  <a:lnTo>
                    <a:pt x="8826" y="34666"/>
                  </a:lnTo>
                  <a:lnTo>
                    <a:pt x="8736" y="34288"/>
                  </a:lnTo>
                  <a:lnTo>
                    <a:pt x="7874" y="32240"/>
                  </a:lnTo>
                  <a:lnTo>
                    <a:pt x="6472" y="29544"/>
                  </a:lnTo>
                  <a:lnTo>
                    <a:pt x="5501" y="26848"/>
                  </a:lnTo>
                  <a:lnTo>
                    <a:pt x="4423" y="24044"/>
                  </a:lnTo>
                  <a:lnTo>
                    <a:pt x="3668" y="21888"/>
                  </a:lnTo>
                  <a:lnTo>
                    <a:pt x="3237" y="19839"/>
                  </a:lnTo>
                  <a:lnTo>
                    <a:pt x="2698" y="17467"/>
                  </a:lnTo>
                  <a:lnTo>
                    <a:pt x="2088" y="15031"/>
                  </a:lnTo>
                  <a:lnTo>
                    <a:pt x="1188" y="12075"/>
                  </a:lnTo>
                  <a:lnTo>
                    <a:pt x="433" y="7115"/>
                  </a:lnTo>
                  <a:lnTo>
                    <a:pt x="325" y="2694"/>
                  </a:lnTo>
                  <a:lnTo>
                    <a:pt x="2" y="0"/>
                  </a:lnTo>
                  <a:lnTo>
                    <a:pt x="0" y="2694"/>
                  </a:lnTo>
                  <a:lnTo>
                    <a:pt x="405" y="12075"/>
                  </a:lnTo>
                  <a:lnTo>
                    <a:pt x="526" y="14879"/>
                  </a:lnTo>
                  <a:lnTo>
                    <a:pt x="6473" y="54059"/>
                  </a:lnTo>
                  <a:lnTo>
                    <a:pt x="29979" y="131768"/>
                  </a:lnTo>
                  <a:lnTo>
                    <a:pt x="30087" y="132738"/>
                  </a:lnTo>
                  <a:lnTo>
                    <a:pt x="47804" y="174297"/>
                  </a:lnTo>
                  <a:lnTo>
                    <a:pt x="73153" y="211347"/>
                  </a:lnTo>
                  <a:lnTo>
                    <a:pt x="104952" y="243222"/>
                  </a:lnTo>
                  <a:lnTo>
                    <a:pt x="142018" y="269253"/>
                  </a:lnTo>
                  <a:lnTo>
                    <a:pt x="2069209" y="1387138"/>
                  </a:lnTo>
                  <a:close/>
                </a:path>
              </a:pathLst>
            </a:custGeom>
            <a:solidFill>
              <a:srgbClr val="343F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3492289" y="5342851"/>
              <a:ext cx="66675" cy="163830"/>
            </a:xfrm>
            <a:custGeom>
              <a:avLst/>
              <a:gdLst/>
              <a:ahLst/>
              <a:cxnLst/>
              <a:rect l="l" t="t" r="r" b="b"/>
              <a:pathLst>
                <a:path w="66675" h="163829">
                  <a:moveTo>
                    <a:pt x="762" y="127355"/>
                  </a:moveTo>
                  <a:lnTo>
                    <a:pt x="241" y="125298"/>
                  </a:lnTo>
                  <a:lnTo>
                    <a:pt x="0" y="124434"/>
                  </a:lnTo>
                  <a:lnTo>
                    <a:pt x="12" y="125298"/>
                  </a:lnTo>
                  <a:lnTo>
                    <a:pt x="762" y="127355"/>
                  </a:lnTo>
                  <a:close/>
                </a:path>
                <a:path w="66675" h="163829">
                  <a:moveTo>
                    <a:pt x="6807" y="140944"/>
                  </a:moveTo>
                  <a:lnTo>
                    <a:pt x="6515" y="140296"/>
                  </a:lnTo>
                  <a:lnTo>
                    <a:pt x="5829" y="139217"/>
                  </a:lnTo>
                  <a:lnTo>
                    <a:pt x="5829" y="139433"/>
                  </a:lnTo>
                  <a:lnTo>
                    <a:pt x="6159" y="140296"/>
                  </a:lnTo>
                  <a:lnTo>
                    <a:pt x="6807" y="140944"/>
                  </a:lnTo>
                  <a:close/>
                </a:path>
                <a:path w="66675" h="163829">
                  <a:moveTo>
                    <a:pt x="7518" y="142227"/>
                  </a:moveTo>
                  <a:lnTo>
                    <a:pt x="7429" y="141795"/>
                  </a:lnTo>
                  <a:lnTo>
                    <a:pt x="6807" y="140944"/>
                  </a:lnTo>
                  <a:lnTo>
                    <a:pt x="7239" y="141795"/>
                  </a:lnTo>
                  <a:lnTo>
                    <a:pt x="7518" y="142227"/>
                  </a:lnTo>
                  <a:close/>
                </a:path>
                <a:path w="66675" h="163829">
                  <a:moveTo>
                    <a:pt x="22872" y="163372"/>
                  </a:moveTo>
                  <a:lnTo>
                    <a:pt x="19964" y="160235"/>
                  </a:lnTo>
                  <a:lnTo>
                    <a:pt x="17043" y="157010"/>
                  </a:lnTo>
                  <a:lnTo>
                    <a:pt x="14681" y="153771"/>
                  </a:lnTo>
                  <a:lnTo>
                    <a:pt x="15963" y="155714"/>
                  </a:lnTo>
                  <a:lnTo>
                    <a:pt x="17475" y="157873"/>
                  </a:lnTo>
                  <a:lnTo>
                    <a:pt x="19316" y="159804"/>
                  </a:lnTo>
                  <a:lnTo>
                    <a:pt x="20497" y="160997"/>
                  </a:lnTo>
                  <a:lnTo>
                    <a:pt x="21361" y="162293"/>
                  </a:lnTo>
                  <a:lnTo>
                    <a:pt x="22542" y="163690"/>
                  </a:lnTo>
                  <a:lnTo>
                    <a:pt x="22872" y="163372"/>
                  </a:lnTo>
                  <a:close/>
                </a:path>
                <a:path w="66675" h="163829">
                  <a:moveTo>
                    <a:pt x="28041" y="29438"/>
                  </a:moveTo>
                  <a:lnTo>
                    <a:pt x="26543" y="30632"/>
                  </a:lnTo>
                  <a:lnTo>
                    <a:pt x="25133" y="31927"/>
                  </a:lnTo>
                  <a:lnTo>
                    <a:pt x="24053" y="33324"/>
                  </a:lnTo>
                  <a:lnTo>
                    <a:pt x="22974" y="34404"/>
                  </a:lnTo>
                  <a:lnTo>
                    <a:pt x="22542" y="35052"/>
                  </a:lnTo>
                  <a:lnTo>
                    <a:pt x="24269" y="33108"/>
                  </a:lnTo>
                  <a:lnTo>
                    <a:pt x="26212" y="31381"/>
                  </a:lnTo>
                  <a:lnTo>
                    <a:pt x="28041" y="29438"/>
                  </a:lnTo>
                  <a:close/>
                </a:path>
                <a:path w="66675" h="163829">
                  <a:moveTo>
                    <a:pt x="39052" y="19304"/>
                  </a:moveTo>
                  <a:lnTo>
                    <a:pt x="38188" y="19850"/>
                  </a:lnTo>
                  <a:lnTo>
                    <a:pt x="37325" y="20497"/>
                  </a:lnTo>
                  <a:lnTo>
                    <a:pt x="35814" y="21996"/>
                  </a:lnTo>
                  <a:lnTo>
                    <a:pt x="37668" y="20497"/>
                  </a:lnTo>
                  <a:lnTo>
                    <a:pt x="39052" y="19304"/>
                  </a:lnTo>
                  <a:close/>
                </a:path>
                <a:path w="66675" h="163829">
                  <a:moveTo>
                    <a:pt x="54190" y="7658"/>
                  </a:moveTo>
                  <a:lnTo>
                    <a:pt x="52527" y="8636"/>
                  </a:lnTo>
                  <a:lnTo>
                    <a:pt x="51015" y="9702"/>
                  </a:lnTo>
                  <a:lnTo>
                    <a:pt x="49403" y="11112"/>
                  </a:lnTo>
                  <a:lnTo>
                    <a:pt x="47777" y="12293"/>
                  </a:lnTo>
                  <a:lnTo>
                    <a:pt x="46266" y="13589"/>
                  </a:lnTo>
                  <a:lnTo>
                    <a:pt x="52527" y="8851"/>
                  </a:lnTo>
                  <a:lnTo>
                    <a:pt x="54190" y="7658"/>
                  </a:lnTo>
                  <a:close/>
                </a:path>
                <a:path w="66675" h="163829">
                  <a:moveTo>
                    <a:pt x="66116" y="0"/>
                  </a:moveTo>
                  <a:lnTo>
                    <a:pt x="63741" y="1409"/>
                  </a:lnTo>
                  <a:lnTo>
                    <a:pt x="59639" y="3987"/>
                  </a:lnTo>
                  <a:lnTo>
                    <a:pt x="55867" y="6477"/>
                  </a:lnTo>
                  <a:lnTo>
                    <a:pt x="58127" y="5067"/>
                  </a:lnTo>
                  <a:lnTo>
                    <a:pt x="60286" y="3771"/>
                  </a:lnTo>
                  <a:lnTo>
                    <a:pt x="62547" y="2374"/>
                  </a:lnTo>
                  <a:lnTo>
                    <a:pt x="64274" y="1193"/>
                  </a:lnTo>
                  <a:lnTo>
                    <a:pt x="6611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3488632" y="5449721"/>
              <a:ext cx="70485" cy="92075"/>
            </a:xfrm>
            <a:custGeom>
              <a:avLst/>
              <a:gdLst/>
              <a:ahLst/>
              <a:cxnLst/>
              <a:rect l="l" t="t" r="r" b="b"/>
              <a:pathLst>
                <a:path w="70484" h="92075">
                  <a:moveTo>
                    <a:pt x="647" y="5600"/>
                  </a:moveTo>
                  <a:lnTo>
                    <a:pt x="330" y="3657"/>
                  </a:lnTo>
                  <a:lnTo>
                    <a:pt x="330" y="1714"/>
                  </a:lnTo>
                  <a:lnTo>
                    <a:pt x="0" y="0"/>
                  </a:lnTo>
                  <a:lnTo>
                    <a:pt x="215" y="1714"/>
                  </a:lnTo>
                  <a:lnTo>
                    <a:pt x="215" y="3771"/>
                  </a:lnTo>
                  <a:lnTo>
                    <a:pt x="647" y="5600"/>
                  </a:lnTo>
                  <a:close/>
                </a:path>
                <a:path w="70484" h="92075">
                  <a:moveTo>
                    <a:pt x="8966" y="31483"/>
                  </a:moveTo>
                  <a:lnTo>
                    <a:pt x="8788" y="30721"/>
                  </a:lnTo>
                  <a:lnTo>
                    <a:pt x="8737" y="30505"/>
                  </a:lnTo>
                  <a:lnTo>
                    <a:pt x="8305" y="29540"/>
                  </a:lnTo>
                  <a:lnTo>
                    <a:pt x="8572" y="30505"/>
                  </a:lnTo>
                  <a:lnTo>
                    <a:pt x="8623" y="30721"/>
                  </a:lnTo>
                  <a:lnTo>
                    <a:pt x="8966" y="31483"/>
                  </a:lnTo>
                  <a:close/>
                </a:path>
                <a:path w="70484" h="92075">
                  <a:moveTo>
                    <a:pt x="27178" y="58000"/>
                  </a:moveTo>
                  <a:lnTo>
                    <a:pt x="26962" y="57581"/>
                  </a:lnTo>
                  <a:lnTo>
                    <a:pt x="26314" y="56718"/>
                  </a:lnTo>
                  <a:lnTo>
                    <a:pt x="25019" y="55308"/>
                  </a:lnTo>
                  <a:lnTo>
                    <a:pt x="24155" y="54127"/>
                  </a:lnTo>
                  <a:lnTo>
                    <a:pt x="23075" y="52832"/>
                  </a:lnTo>
                  <a:lnTo>
                    <a:pt x="25666" y="56286"/>
                  </a:lnTo>
                  <a:lnTo>
                    <a:pt x="27178" y="58000"/>
                  </a:lnTo>
                  <a:close/>
                </a:path>
                <a:path w="70484" h="92075">
                  <a:moveTo>
                    <a:pt x="39357" y="70078"/>
                  </a:moveTo>
                  <a:lnTo>
                    <a:pt x="37960" y="68681"/>
                  </a:lnTo>
                  <a:lnTo>
                    <a:pt x="38493" y="69430"/>
                  </a:lnTo>
                  <a:lnTo>
                    <a:pt x="39357" y="70078"/>
                  </a:lnTo>
                  <a:close/>
                </a:path>
                <a:path w="70484" h="92075">
                  <a:moveTo>
                    <a:pt x="50685" y="78930"/>
                  </a:moveTo>
                  <a:lnTo>
                    <a:pt x="48958" y="77635"/>
                  </a:lnTo>
                  <a:lnTo>
                    <a:pt x="50685" y="78930"/>
                  </a:lnTo>
                  <a:close/>
                </a:path>
                <a:path w="70484" h="92075">
                  <a:moveTo>
                    <a:pt x="70307" y="91973"/>
                  </a:moveTo>
                  <a:lnTo>
                    <a:pt x="67500" y="90246"/>
                  </a:lnTo>
                  <a:lnTo>
                    <a:pt x="68910" y="91325"/>
                  </a:lnTo>
                  <a:lnTo>
                    <a:pt x="70307" y="919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4738747" y="4859225"/>
              <a:ext cx="1991995" cy="1155700"/>
            </a:xfrm>
            <a:custGeom>
              <a:avLst/>
              <a:gdLst/>
              <a:ahLst/>
              <a:cxnLst/>
              <a:rect l="l" t="t" r="r" b="b"/>
              <a:pathLst>
                <a:path w="1991994" h="1155700">
                  <a:moveTo>
                    <a:pt x="1991675" y="1155303"/>
                  </a:moveTo>
                  <a:lnTo>
                    <a:pt x="0" y="0"/>
                  </a:lnTo>
                  <a:lnTo>
                    <a:pt x="1991675" y="1155303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3636370" y="4859225"/>
              <a:ext cx="3094355" cy="1793239"/>
            </a:xfrm>
            <a:custGeom>
              <a:avLst/>
              <a:gdLst/>
              <a:ahLst/>
              <a:cxnLst/>
              <a:rect l="l" t="t" r="r" b="b"/>
              <a:pathLst>
                <a:path w="3094355" h="1793240">
                  <a:moveTo>
                    <a:pt x="1991782" y="1793124"/>
                  </a:moveTo>
                  <a:lnTo>
                    <a:pt x="3094051" y="1155303"/>
                  </a:lnTo>
                  <a:lnTo>
                    <a:pt x="1102376" y="0"/>
                  </a:lnTo>
                  <a:lnTo>
                    <a:pt x="0" y="637713"/>
                  </a:lnTo>
                  <a:lnTo>
                    <a:pt x="1991782" y="1793124"/>
                  </a:lnTo>
                  <a:close/>
                </a:path>
              </a:pathLst>
            </a:custGeom>
            <a:solidFill>
              <a:srgbClr val="81A6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5628467" y="6727176"/>
              <a:ext cx="98425" cy="12065"/>
            </a:xfrm>
            <a:custGeom>
              <a:avLst/>
              <a:gdLst/>
              <a:ahLst/>
              <a:cxnLst/>
              <a:rect l="l" t="t" r="r" b="b"/>
              <a:pathLst>
                <a:path w="98425" h="12065">
                  <a:moveTo>
                    <a:pt x="1079" y="228"/>
                  </a:moveTo>
                  <a:lnTo>
                    <a:pt x="0" y="0"/>
                  </a:lnTo>
                  <a:lnTo>
                    <a:pt x="0" y="228"/>
                  </a:lnTo>
                  <a:lnTo>
                    <a:pt x="1079" y="228"/>
                  </a:lnTo>
                  <a:close/>
                </a:path>
                <a:path w="98425" h="12065">
                  <a:moveTo>
                    <a:pt x="3771" y="1092"/>
                  </a:moveTo>
                  <a:lnTo>
                    <a:pt x="2057" y="444"/>
                  </a:lnTo>
                  <a:lnTo>
                    <a:pt x="863" y="444"/>
                  </a:lnTo>
                  <a:lnTo>
                    <a:pt x="1841" y="774"/>
                  </a:lnTo>
                  <a:lnTo>
                    <a:pt x="2705" y="1092"/>
                  </a:lnTo>
                  <a:lnTo>
                    <a:pt x="3771" y="1092"/>
                  </a:lnTo>
                  <a:close/>
                </a:path>
                <a:path w="98425" h="12065">
                  <a:moveTo>
                    <a:pt x="5930" y="1524"/>
                  </a:moveTo>
                  <a:lnTo>
                    <a:pt x="4495" y="1092"/>
                  </a:lnTo>
                  <a:lnTo>
                    <a:pt x="3771" y="1092"/>
                  </a:lnTo>
                  <a:lnTo>
                    <a:pt x="5930" y="1524"/>
                  </a:lnTo>
                  <a:close/>
                </a:path>
                <a:path w="98425" h="12065">
                  <a:moveTo>
                    <a:pt x="53594" y="9067"/>
                  </a:moveTo>
                  <a:lnTo>
                    <a:pt x="51117" y="8750"/>
                  </a:lnTo>
                  <a:lnTo>
                    <a:pt x="48310" y="8636"/>
                  </a:lnTo>
                  <a:lnTo>
                    <a:pt x="45618" y="8420"/>
                  </a:lnTo>
                  <a:lnTo>
                    <a:pt x="48310" y="8750"/>
                  </a:lnTo>
                  <a:lnTo>
                    <a:pt x="51117" y="8851"/>
                  </a:lnTo>
                  <a:lnTo>
                    <a:pt x="53594" y="9067"/>
                  </a:lnTo>
                  <a:close/>
                </a:path>
                <a:path w="98425" h="12065">
                  <a:moveTo>
                    <a:pt x="97840" y="11010"/>
                  </a:moveTo>
                  <a:lnTo>
                    <a:pt x="89611" y="11010"/>
                  </a:lnTo>
                  <a:lnTo>
                    <a:pt x="92633" y="11442"/>
                  </a:lnTo>
                  <a:lnTo>
                    <a:pt x="95973" y="11442"/>
                  </a:lnTo>
                  <a:lnTo>
                    <a:pt x="97840" y="1101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5628582" y="6697103"/>
              <a:ext cx="267970" cy="55244"/>
            </a:xfrm>
            <a:custGeom>
              <a:avLst/>
              <a:gdLst/>
              <a:ahLst/>
              <a:cxnLst/>
              <a:rect l="l" t="t" r="r" b="b"/>
              <a:pathLst>
                <a:path w="267969" h="55245">
                  <a:moveTo>
                    <a:pt x="5816" y="31597"/>
                  </a:moveTo>
                  <a:lnTo>
                    <a:pt x="4737" y="31280"/>
                  </a:lnTo>
                  <a:lnTo>
                    <a:pt x="5816" y="31597"/>
                  </a:lnTo>
                  <a:close/>
                </a:path>
                <a:path w="267969" h="55245">
                  <a:moveTo>
                    <a:pt x="53479" y="39039"/>
                  </a:moveTo>
                  <a:lnTo>
                    <a:pt x="50177" y="38608"/>
                  </a:lnTo>
                  <a:lnTo>
                    <a:pt x="45605" y="38392"/>
                  </a:lnTo>
                  <a:lnTo>
                    <a:pt x="47371" y="38608"/>
                  </a:lnTo>
                  <a:lnTo>
                    <a:pt x="48196" y="38608"/>
                  </a:lnTo>
                  <a:lnTo>
                    <a:pt x="53479" y="39039"/>
                  </a:lnTo>
                  <a:close/>
                </a:path>
                <a:path w="267969" h="55245">
                  <a:moveTo>
                    <a:pt x="68795" y="54025"/>
                  </a:moveTo>
                  <a:lnTo>
                    <a:pt x="51295" y="52692"/>
                  </a:lnTo>
                  <a:lnTo>
                    <a:pt x="33947" y="50673"/>
                  </a:lnTo>
                  <a:lnTo>
                    <a:pt x="16827" y="47980"/>
                  </a:lnTo>
                  <a:lnTo>
                    <a:pt x="0" y="44640"/>
                  </a:lnTo>
                  <a:lnTo>
                    <a:pt x="16840" y="48018"/>
                  </a:lnTo>
                  <a:lnTo>
                    <a:pt x="33997" y="50711"/>
                  </a:lnTo>
                  <a:lnTo>
                    <a:pt x="51346" y="52717"/>
                  </a:lnTo>
                  <a:lnTo>
                    <a:pt x="68795" y="54025"/>
                  </a:lnTo>
                  <a:close/>
                </a:path>
                <a:path w="267969" h="55245">
                  <a:moveTo>
                    <a:pt x="88163" y="54737"/>
                  </a:moveTo>
                  <a:lnTo>
                    <a:pt x="81711" y="54584"/>
                  </a:lnTo>
                  <a:lnTo>
                    <a:pt x="68795" y="54140"/>
                  </a:lnTo>
                  <a:lnTo>
                    <a:pt x="75272" y="54419"/>
                  </a:lnTo>
                  <a:lnTo>
                    <a:pt x="81749" y="54622"/>
                  </a:lnTo>
                  <a:lnTo>
                    <a:pt x="88163" y="54737"/>
                  </a:lnTo>
                  <a:close/>
                </a:path>
                <a:path w="267969" h="55245">
                  <a:moveTo>
                    <a:pt x="97726" y="41084"/>
                  </a:moveTo>
                  <a:lnTo>
                    <a:pt x="89496" y="41084"/>
                  </a:lnTo>
                  <a:lnTo>
                    <a:pt x="92519" y="41516"/>
                  </a:lnTo>
                  <a:lnTo>
                    <a:pt x="95859" y="41516"/>
                  </a:lnTo>
                  <a:lnTo>
                    <a:pt x="97726" y="41084"/>
                  </a:lnTo>
                  <a:close/>
                </a:path>
                <a:path w="267969" h="55245">
                  <a:moveTo>
                    <a:pt x="267423" y="0"/>
                  </a:moveTo>
                  <a:lnTo>
                    <a:pt x="248793" y="9677"/>
                  </a:lnTo>
                  <a:lnTo>
                    <a:pt x="228942" y="18135"/>
                  </a:lnTo>
                  <a:lnTo>
                    <a:pt x="208051" y="25311"/>
                  </a:lnTo>
                  <a:lnTo>
                    <a:pt x="186334" y="31165"/>
                  </a:lnTo>
                  <a:lnTo>
                    <a:pt x="208153" y="25361"/>
                  </a:lnTo>
                  <a:lnTo>
                    <a:pt x="229019" y="18249"/>
                  </a:lnTo>
                  <a:lnTo>
                    <a:pt x="248818" y="9817"/>
                  </a:lnTo>
                  <a:lnTo>
                    <a:pt x="2674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3636370" y="5496939"/>
              <a:ext cx="1991995" cy="1155700"/>
            </a:xfrm>
            <a:custGeom>
              <a:avLst/>
              <a:gdLst/>
              <a:ahLst/>
              <a:cxnLst/>
              <a:rect l="l" t="t" r="r" b="b"/>
              <a:pathLst>
                <a:path w="1991994" h="1155700">
                  <a:moveTo>
                    <a:pt x="1991782" y="1155410"/>
                  </a:moveTo>
                  <a:lnTo>
                    <a:pt x="0" y="0"/>
                  </a:lnTo>
                  <a:lnTo>
                    <a:pt x="1991782" y="1155410"/>
                  </a:lnTo>
                  <a:close/>
                </a:path>
              </a:pathLst>
            </a:custGeom>
            <a:solidFill>
              <a:srgbClr val="A0A0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5606014" y="6726541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7391" y="11785"/>
                  </a:moveTo>
                  <a:lnTo>
                    <a:pt x="50" y="9855"/>
                  </a:lnTo>
                  <a:lnTo>
                    <a:pt x="7391" y="11785"/>
                  </a:lnTo>
                  <a:close/>
                </a:path>
                <a:path w="22859" h="15875">
                  <a:moveTo>
                    <a:pt x="14897" y="13589"/>
                  </a:moveTo>
                  <a:lnTo>
                    <a:pt x="7429" y="11785"/>
                  </a:lnTo>
                  <a:lnTo>
                    <a:pt x="14897" y="13589"/>
                  </a:lnTo>
                  <a:close/>
                </a:path>
                <a:path w="22859" h="15875">
                  <a:moveTo>
                    <a:pt x="22567" y="15316"/>
                  </a:moveTo>
                  <a:lnTo>
                    <a:pt x="14909" y="13589"/>
                  </a:lnTo>
                  <a:lnTo>
                    <a:pt x="22567" y="15316"/>
                  </a:lnTo>
                  <a:close/>
                </a:path>
                <a:path w="22859" h="15875">
                  <a:moveTo>
                    <a:pt x="22567" y="546"/>
                  </a:moveTo>
                  <a:lnTo>
                    <a:pt x="21590" y="431"/>
                  </a:lnTo>
                  <a:lnTo>
                    <a:pt x="20408" y="114"/>
                  </a:lnTo>
                  <a:lnTo>
                    <a:pt x="19329" y="0"/>
                  </a:lnTo>
                  <a:lnTo>
                    <a:pt x="20510" y="215"/>
                  </a:lnTo>
                  <a:lnTo>
                    <a:pt x="21590" y="546"/>
                  </a:lnTo>
                  <a:lnTo>
                    <a:pt x="22567" y="863"/>
                  </a:lnTo>
                  <a:lnTo>
                    <a:pt x="22567" y="546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3558946" y="5560883"/>
              <a:ext cx="1975485" cy="1146175"/>
            </a:xfrm>
            <a:custGeom>
              <a:avLst/>
              <a:gdLst/>
              <a:ahLst/>
              <a:cxnLst/>
              <a:rect l="l" t="t" r="r" b="b"/>
              <a:pathLst>
                <a:path w="1975484" h="1146175">
                  <a:moveTo>
                    <a:pt x="1975068" y="1145598"/>
                  </a:moveTo>
                  <a:lnTo>
                    <a:pt x="0" y="0"/>
                  </a:lnTo>
                  <a:lnTo>
                    <a:pt x="1975068" y="11455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3603694" y="4840033"/>
              <a:ext cx="3160395" cy="2040255"/>
            </a:xfrm>
            <a:custGeom>
              <a:avLst/>
              <a:gdLst/>
              <a:ahLst/>
              <a:cxnLst/>
              <a:rect l="l" t="t" r="r" b="b"/>
              <a:pathLst>
                <a:path w="3160394" h="2040254">
                  <a:moveTo>
                    <a:pt x="2309126" y="1994560"/>
                  </a:moveTo>
                  <a:lnTo>
                    <a:pt x="2308809" y="1866671"/>
                  </a:lnTo>
                  <a:lnTo>
                    <a:pt x="2298763" y="1872170"/>
                  </a:lnTo>
                  <a:lnTo>
                    <a:pt x="2288387" y="1877314"/>
                  </a:lnTo>
                  <a:lnTo>
                    <a:pt x="2232177" y="1897608"/>
                  </a:lnTo>
                  <a:lnTo>
                    <a:pt x="2157857" y="1910270"/>
                  </a:lnTo>
                  <a:lnTo>
                    <a:pt x="2119350" y="1911858"/>
                  </a:lnTo>
                  <a:lnTo>
                    <a:pt x="2113051" y="1911807"/>
                  </a:lnTo>
                  <a:lnTo>
                    <a:pt x="2058835" y="1907844"/>
                  </a:lnTo>
                  <a:lnTo>
                    <a:pt x="2009749" y="1898294"/>
                  </a:lnTo>
                  <a:lnTo>
                    <a:pt x="1961375" y="1881987"/>
                  </a:lnTo>
                  <a:lnTo>
                    <a:pt x="1930311" y="1866455"/>
                  </a:lnTo>
                  <a:lnTo>
                    <a:pt x="1930857" y="1994560"/>
                  </a:lnTo>
                  <a:lnTo>
                    <a:pt x="1972652" y="2014372"/>
                  </a:lnTo>
                  <a:lnTo>
                    <a:pt x="2019071" y="2028520"/>
                  </a:lnTo>
                  <a:lnTo>
                    <a:pt x="2068588" y="2037016"/>
                  </a:lnTo>
                  <a:lnTo>
                    <a:pt x="2119668" y="2039848"/>
                  </a:lnTo>
                  <a:lnTo>
                    <a:pt x="2170836" y="2037016"/>
                  </a:lnTo>
                  <a:lnTo>
                    <a:pt x="2220468" y="2028520"/>
                  </a:lnTo>
                  <a:lnTo>
                    <a:pt x="2267064" y="2014372"/>
                  </a:lnTo>
                  <a:lnTo>
                    <a:pt x="2309126" y="1994560"/>
                  </a:lnTo>
                  <a:close/>
                </a:path>
                <a:path w="3160394" h="2040254">
                  <a:moveTo>
                    <a:pt x="3159937" y="1174508"/>
                  </a:moveTo>
                  <a:lnTo>
                    <a:pt x="3127044" y="1155433"/>
                  </a:lnTo>
                  <a:lnTo>
                    <a:pt x="3127044" y="1174508"/>
                  </a:lnTo>
                  <a:lnTo>
                    <a:pt x="2024456" y="1812328"/>
                  </a:lnTo>
                  <a:lnTo>
                    <a:pt x="32486" y="656907"/>
                  </a:lnTo>
                  <a:lnTo>
                    <a:pt x="32854" y="656907"/>
                  </a:lnTo>
                  <a:lnTo>
                    <a:pt x="1134935" y="19202"/>
                  </a:lnTo>
                  <a:lnTo>
                    <a:pt x="3127044" y="1174508"/>
                  </a:lnTo>
                  <a:lnTo>
                    <a:pt x="3127044" y="1155433"/>
                  </a:lnTo>
                  <a:lnTo>
                    <a:pt x="1135265" y="0"/>
                  </a:lnTo>
                  <a:lnTo>
                    <a:pt x="1102093" y="19202"/>
                  </a:lnTo>
                  <a:lnTo>
                    <a:pt x="0" y="656907"/>
                  </a:lnTo>
                  <a:lnTo>
                    <a:pt x="1991868" y="1812328"/>
                  </a:lnTo>
                  <a:lnTo>
                    <a:pt x="2024773" y="1831416"/>
                  </a:lnTo>
                  <a:lnTo>
                    <a:pt x="3159937" y="1174508"/>
                  </a:lnTo>
                  <a:close/>
                </a:path>
              </a:pathLst>
            </a:custGeom>
            <a:solidFill>
              <a:srgbClr val="343F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3465779" y="4759050"/>
              <a:ext cx="3437254" cy="1981200"/>
            </a:xfrm>
            <a:custGeom>
              <a:avLst/>
              <a:gdLst/>
              <a:ahLst/>
              <a:cxnLst/>
              <a:rect l="l" t="t" r="r" b="b"/>
              <a:pathLst>
                <a:path w="3437255" h="1981200">
                  <a:moveTo>
                    <a:pt x="2392072" y="1955800"/>
                  </a:moveTo>
                  <a:lnTo>
                    <a:pt x="2426417" y="1955800"/>
                  </a:lnTo>
                  <a:lnTo>
                    <a:pt x="2436794" y="1943100"/>
                  </a:lnTo>
                  <a:lnTo>
                    <a:pt x="2446838" y="1943100"/>
                  </a:lnTo>
                  <a:lnTo>
                    <a:pt x="3358242" y="1409700"/>
                  </a:lnTo>
                  <a:lnTo>
                    <a:pt x="3371290" y="1409700"/>
                  </a:lnTo>
                  <a:lnTo>
                    <a:pt x="3377005" y="1397000"/>
                  </a:lnTo>
                  <a:lnTo>
                    <a:pt x="3388651" y="1397000"/>
                  </a:lnTo>
                  <a:lnTo>
                    <a:pt x="3392964" y="1384300"/>
                  </a:lnTo>
                  <a:lnTo>
                    <a:pt x="3400189" y="1384300"/>
                  </a:lnTo>
                  <a:lnTo>
                    <a:pt x="3406443" y="1371600"/>
                  </a:lnTo>
                  <a:lnTo>
                    <a:pt x="3413021" y="1371600"/>
                  </a:lnTo>
                  <a:lnTo>
                    <a:pt x="3415393" y="1358900"/>
                  </a:lnTo>
                  <a:lnTo>
                    <a:pt x="3422834" y="1358900"/>
                  </a:lnTo>
                  <a:lnTo>
                    <a:pt x="3424775" y="1346200"/>
                  </a:lnTo>
                  <a:lnTo>
                    <a:pt x="3428873" y="1346200"/>
                  </a:lnTo>
                  <a:lnTo>
                    <a:pt x="3429843" y="1333500"/>
                  </a:lnTo>
                  <a:lnTo>
                    <a:pt x="3433402" y="1333500"/>
                  </a:lnTo>
                  <a:lnTo>
                    <a:pt x="3434049" y="1320800"/>
                  </a:lnTo>
                  <a:lnTo>
                    <a:pt x="3436421" y="1320800"/>
                  </a:lnTo>
                  <a:lnTo>
                    <a:pt x="3436529" y="1308100"/>
                  </a:lnTo>
                  <a:lnTo>
                    <a:pt x="3437176" y="1308100"/>
                  </a:lnTo>
                  <a:lnTo>
                    <a:pt x="3432372" y="1270000"/>
                  </a:lnTo>
                  <a:lnTo>
                    <a:pt x="3393610" y="1219200"/>
                  </a:lnTo>
                  <a:lnTo>
                    <a:pt x="3359752" y="1193800"/>
                  </a:lnTo>
                  <a:lnTo>
                    <a:pt x="1368292" y="38100"/>
                  </a:lnTo>
                  <a:lnTo>
                    <a:pt x="1326475" y="25400"/>
                  </a:lnTo>
                  <a:lnTo>
                    <a:pt x="1280017" y="0"/>
                  </a:lnTo>
                  <a:lnTo>
                    <a:pt x="1078424" y="0"/>
                  </a:lnTo>
                  <a:lnTo>
                    <a:pt x="1055101" y="12700"/>
                  </a:lnTo>
                  <a:lnTo>
                    <a:pt x="1270879" y="12700"/>
                  </a:lnTo>
                  <a:lnTo>
                    <a:pt x="1313262" y="25400"/>
                  </a:lnTo>
                  <a:lnTo>
                    <a:pt x="1351470" y="50800"/>
                  </a:lnTo>
                  <a:lnTo>
                    <a:pt x="3342930" y="1206500"/>
                  </a:lnTo>
                  <a:lnTo>
                    <a:pt x="3382523" y="1231900"/>
                  </a:lnTo>
                  <a:lnTo>
                    <a:pt x="3406200" y="1270000"/>
                  </a:lnTo>
                  <a:lnTo>
                    <a:pt x="3413965" y="1308100"/>
                  </a:lnTo>
                  <a:lnTo>
                    <a:pt x="3405824" y="1333500"/>
                  </a:lnTo>
                  <a:lnTo>
                    <a:pt x="3381785" y="1371600"/>
                  </a:lnTo>
                  <a:lnTo>
                    <a:pt x="3341851" y="1409700"/>
                  </a:lnTo>
                  <a:lnTo>
                    <a:pt x="2430447" y="1930400"/>
                  </a:lnTo>
                  <a:lnTo>
                    <a:pt x="2411881" y="1943100"/>
                  </a:lnTo>
                  <a:lnTo>
                    <a:pt x="2392072" y="1955800"/>
                  </a:lnTo>
                  <a:close/>
                </a:path>
                <a:path w="3437255" h="1981200">
                  <a:moveTo>
                    <a:pt x="862" y="698500"/>
                  </a:moveTo>
                  <a:lnTo>
                    <a:pt x="24370" y="698500"/>
                  </a:lnTo>
                  <a:lnTo>
                    <a:pt x="23723" y="685800"/>
                  </a:lnTo>
                  <a:lnTo>
                    <a:pt x="23076" y="685800"/>
                  </a:lnTo>
                  <a:lnTo>
                    <a:pt x="22644" y="673100"/>
                  </a:lnTo>
                  <a:lnTo>
                    <a:pt x="23076" y="673100"/>
                  </a:lnTo>
                  <a:lnTo>
                    <a:pt x="23723" y="660400"/>
                  </a:lnTo>
                  <a:lnTo>
                    <a:pt x="24478" y="660400"/>
                  </a:lnTo>
                  <a:lnTo>
                    <a:pt x="25664" y="647700"/>
                  </a:lnTo>
                  <a:lnTo>
                    <a:pt x="28575" y="647700"/>
                  </a:lnTo>
                  <a:lnTo>
                    <a:pt x="30516" y="635000"/>
                  </a:lnTo>
                  <a:lnTo>
                    <a:pt x="35153" y="635000"/>
                  </a:lnTo>
                  <a:lnTo>
                    <a:pt x="37633" y="622300"/>
                  </a:lnTo>
                  <a:lnTo>
                    <a:pt x="45613" y="622300"/>
                  </a:lnTo>
                  <a:lnTo>
                    <a:pt x="48417" y="609600"/>
                  </a:lnTo>
                  <a:lnTo>
                    <a:pt x="56504" y="609600"/>
                  </a:lnTo>
                  <a:lnTo>
                    <a:pt x="58769" y="596900"/>
                  </a:lnTo>
                  <a:lnTo>
                    <a:pt x="71924" y="596900"/>
                  </a:lnTo>
                  <a:lnTo>
                    <a:pt x="74404" y="584200"/>
                  </a:lnTo>
                  <a:lnTo>
                    <a:pt x="91226" y="584200"/>
                  </a:lnTo>
                  <a:lnTo>
                    <a:pt x="92736" y="571500"/>
                  </a:lnTo>
                  <a:lnTo>
                    <a:pt x="94677" y="571500"/>
                  </a:lnTo>
                  <a:lnTo>
                    <a:pt x="1006189" y="50800"/>
                  </a:lnTo>
                  <a:lnTo>
                    <a:pt x="1044571" y="25400"/>
                  </a:lnTo>
                  <a:lnTo>
                    <a:pt x="1087118" y="12700"/>
                  </a:lnTo>
                  <a:lnTo>
                    <a:pt x="1055101" y="12700"/>
                  </a:lnTo>
                  <a:lnTo>
                    <a:pt x="1031777" y="25400"/>
                  </a:lnTo>
                  <a:lnTo>
                    <a:pt x="989691" y="38100"/>
                  </a:lnTo>
                  <a:lnTo>
                    <a:pt x="77963" y="571500"/>
                  </a:lnTo>
                  <a:lnTo>
                    <a:pt x="41701" y="596900"/>
                  </a:lnTo>
                  <a:lnTo>
                    <a:pt x="16660" y="622300"/>
                  </a:lnTo>
                  <a:lnTo>
                    <a:pt x="2780" y="647700"/>
                  </a:lnTo>
                  <a:lnTo>
                    <a:pt x="0" y="685800"/>
                  </a:lnTo>
                  <a:lnTo>
                    <a:pt x="862" y="698500"/>
                  </a:lnTo>
                  <a:close/>
                </a:path>
                <a:path w="3437255" h="1981200">
                  <a:moveTo>
                    <a:pt x="4097" y="711200"/>
                  </a:moveTo>
                  <a:lnTo>
                    <a:pt x="27820" y="711200"/>
                  </a:lnTo>
                  <a:lnTo>
                    <a:pt x="27389" y="698500"/>
                  </a:lnTo>
                  <a:lnTo>
                    <a:pt x="3450" y="698500"/>
                  </a:lnTo>
                  <a:lnTo>
                    <a:pt x="4097" y="711200"/>
                  </a:lnTo>
                  <a:close/>
                </a:path>
                <a:path w="3437255" h="1981200">
                  <a:moveTo>
                    <a:pt x="8950" y="723900"/>
                  </a:moveTo>
                  <a:lnTo>
                    <a:pt x="32997" y="723900"/>
                  </a:lnTo>
                  <a:lnTo>
                    <a:pt x="32565" y="711200"/>
                  </a:lnTo>
                  <a:lnTo>
                    <a:pt x="8303" y="711200"/>
                  </a:lnTo>
                  <a:lnTo>
                    <a:pt x="8950" y="723900"/>
                  </a:lnTo>
                  <a:close/>
                </a:path>
                <a:path w="3437255" h="1981200">
                  <a:moveTo>
                    <a:pt x="17145" y="736600"/>
                  </a:moveTo>
                  <a:lnTo>
                    <a:pt x="42163" y="736600"/>
                  </a:lnTo>
                  <a:lnTo>
                    <a:pt x="40330" y="723900"/>
                  </a:lnTo>
                  <a:lnTo>
                    <a:pt x="14773" y="723900"/>
                  </a:lnTo>
                  <a:lnTo>
                    <a:pt x="17145" y="736600"/>
                  </a:lnTo>
                  <a:close/>
                </a:path>
                <a:path w="3437255" h="1981200">
                  <a:moveTo>
                    <a:pt x="26311" y="749300"/>
                  </a:moveTo>
                  <a:lnTo>
                    <a:pt x="51544" y="749300"/>
                  </a:lnTo>
                  <a:lnTo>
                    <a:pt x="50250" y="736600"/>
                  </a:lnTo>
                  <a:lnTo>
                    <a:pt x="24801" y="736600"/>
                  </a:lnTo>
                  <a:lnTo>
                    <a:pt x="26311" y="749300"/>
                  </a:lnTo>
                  <a:close/>
                </a:path>
                <a:path w="3437255" h="1981200">
                  <a:moveTo>
                    <a:pt x="37849" y="762000"/>
                  </a:moveTo>
                  <a:lnTo>
                    <a:pt x="64915" y="762000"/>
                  </a:lnTo>
                  <a:lnTo>
                    <a:pt x="63621" y="749300"/>
                  </a:lnTo>
                  <a:lnTo>
                    <a:pt x="35045" y="749300"/>
                  </a:lnTo>
                  <a:lnTo>
                    <a:pt x="37849" y="762000"/>
                  </a:lnTo>
                  <a:close/>
                </a:path>
                <a:path w="3437255" h="1981200">
                  <a:moveTo>
                    <a:pt x="53916" y="774700"/>
                  </a:moveTo>
                  <a:lnTo>
                    <a:pt x="80767" y="774700"/>
                  </a:lnTo>
                  <a:lnTo>
                    <a:pt x="74944" y="762000"/>
                  </a:lnTo>
                  <a:lnTo>
                    <a:pt x="50250" y="762000"/>
                  </a:lnTo>
                  <a:lnTo>
                    <a:pt x="53916" y="774700"/>
                  </a:lnTo>
                  <a:close/>
                </a:path>
                <a:path w="3437255" h="1981200">
                  <a:moveTo>
                    <a:pt x="2068344" y="1943100"/>
                  </a:moveTo>
                  <a:lnTo>
                    <a:pt x="2101556" y="1943100"/>
                  </a:lnTo>
                  <a:lnTo>
                    <a:pt x="2093068" y="1930400"/>
                  </a:lnTo>
                  <a:lnTo>
                    <a:pt x="2084842" y="1930400"/>
                  </a:lnTo>
                  <a:lnTo>
                    <a:pt x="93384" y="774700"/>
                  </a:lnTo>
                  <a:lnTo>
                    <a:pt x="64376" y="774700"/>
                  </a:lnTo>
                  <a:lnTo>
                    <a:pt x="70307" y="787400"/>
                  </a:lnTo>
                  <a:lnTo>
                    <a:pt x="93167" y="800100"/>
                  </a:lnTo>
                  <a:lnTo>
                    <a:pt x="2068344" y="1943100"/>
                  </a:lnTo>
                  <a:close/>
                </a:path>
                <a:path w="3437255" h="1981200">
                  <a:moveTo>
                    <a:pt x="2115944" y="1968500"/>
                  </a:moveTo>
                  <a:lnTo>
                    <a:pt x="2163776" y="1968500"/>
                  </a:lnTo>
                  <a:lnTo>
                    <a:pt x="2162913" y="1955800"/>
                  </a:lnTo>
                  <a:lnTo>
                    <a:pt x="2122907" y="1955800"/>
                  </a:lnTo>
                  <a:lnTo>
                    <a:pt x="2119241" y="1943100"/>
                  </a:lnTo>
                  <a:lnTo>
                    <a:pt x="2083564" y="1943100"/>
                  </a:lnTo>
                  <a:lnTo>
                    <a:pt x="2099440" y="1955800"/>
                  </a:lnTo>
                  <a:lnTo>
                    <a:pt x="2115944" y="1968500"/>
                  </a:lnTo>
                  <a:close/>
                </a:path>
                <a:path w="3437255" h="1981200">
                  <a:moveTo>
                    <a:pt x="2162913" y="1981200"/>
                  </a:moveTo>
                  <a:lnTo>
                    <a:pt x="2333707" y="1981200"/>
                  </a:lnTo>
                  <a:lnTo>
                    <a:pt x="2370211" y="1968500"/>
                  </a:lnTo>
                  <a:lnTo>
                    <a:pt x="2404783" y="1955800"/>
                  </a:lnTo>
                  <a:lnTo>
                    <a:pt x="2371232" y="1955800"/>
                  </a:lnTo>
                  <a:lnTo>
                    <a:pt x="2349573" y="1968500"/>
                  </a:lnTo>
                  <a:lnTo>
                    <a:pt x="2155244" y="1968500"/>
                  </a:lnTo>
                  <a:lnTo>
                    <a:pt x="2162913" y="1981200"/>
                  </a:lnTo>
                  <a:close/>
                </a:path>
              </a:pathLst>
            </a:custGeom>
            <a:solidFill>
              <a:srgbClr val="F5F5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3488200" y="4772646"/>
              <a:ext cx="3415029" cy="2062480"/>
            </a:xfrm>
            <a:custGeom>
              <a:avLst/>
              <a:gdLst/>
              <a:ahLst/>
              <a:cxnLst/>
              <a:rect l="l" t="t" r="r" b="b"/>
              <a:pathLst>
                <a:path w="3415030" h="2062479">
                  <a:moveTo>
                    <a:pt x="3391573" y="1296708"/>
                  </a:moveTo>
                  <a:lnTo>
                    <a:pt x="3383864" y="1260754"/>
                  </a:lnTo>
                  <a:lnTo>
                    <a:pt x="3360280" y="1226705"/>
                  </a:lnTo>
                  <a:lnTo>
                    <a:pt x="3320821" y="1196492"/>
                  </a:lnTo>
                  <a:lnTo>
                    <a:pt x="3275431" y="1170178"/>
                  </a:lnTo>
                  <a:lnTo>
                    <a:pt x="3275431" y="1241894"/>
                  </a:lnTo>
                  <a:lnTo>
                    <a:pt x="3008261" y="1396517"/>
                  </a:lnTo>
                  <a:lnTo>
                    <a:pt x="2140267" y="1898904"/>
                  </a:lnTo>
                  <a:lnTo>
                    <a:pt x="2139950" y="1898904"/>
                  </a:lnTo>
                  <a:lnTo>
                    <a:pt x="115493" y="724293"/>
                  </a:lnTo>
                  <a:lnTo>
                    <a:pt x="1250759" y="67386"/>
                  </a:lnTo>
                  <a:lnTo>
                    <a:pt x="3275431" y="1241894"/>
                  </a:lnTo>
                  <a:lnTo>
                    <a:pt x="3275431" y="1170178"/>
                  </a:lnTo>
                  <a:lnTo>
                    <a:pt x="1329156" y="41402"/>
                  </a:lnTo>
                  <a:lnTo>
                    <a:pt x="1291043" y="23241"/>
                  </a:lnTo>
                  <a:lnTo>
                    <a:pt x="1248676" y="10312"/>
                  </a:lnTo>
                  <a:lnTo>
                    <a:pt x="1203439" y="2565"/>
                  </a:lnTo>
                  <a:lnTo>
                    <a:pt x="1156716" y="0"/>
                  </a:lnTo>
                  <a:lnTo>
                    <a:pt x="1109814" y="2565"/>
                  </a:lnTo>
                  <a:lnTo>
                    <a:pt x="1064488" y="10312"/>
                  </a:lnTo>
                  <a:lnTo>
                    <a:pt x="1021930" y="23241"/>
                  </a:lnTo>
                  <a:lnTo>
                    <a:pt x="983551" y="41402"/>
                  </a:lnTo>
                  <a:lnTo>
                    <a:pt x="938644" y="67386"/>
                  </a:lnTo>
                  <a:lnTo>
                    <a:pt x="72034" y="569023"/>
                  </a:lnTo>
                  <a:lnTo>
                    <a:pt x="49491" y="584441"/>
                  </a:lnTo>
                  <a:lnTo>
                    <a:pt x="48310" y="584974"/>
                  </a:lnTo>
                  <a:lnTo>
                    <a:pt x="47777" y="585406"/>
                  </a:lnTo>
                  <a:lnTo>
                    <a:pt x="46266" y="586486"/>
                  </a:lnTo>
                  <a:lnTo>
                    <a:pt x="43891" y="588860"/>
                  </a:lnTo>
                  <a:lnTo>
                    <a:pt x="41948" y="590372"/>
                  </a:lnTo>
                  <a:lnTo>
                    <a:pt x="40005" y="591769"/>
                  </a:lnTo>
                  <a:lnTo>
                    <a:pt x="38608" y="593280"/>
                  </a:lnTo>
                  <a:lnTo>
                    <a:pt x="34188" y="597268"/>
                  </a:lnTo>
                  <a:lnTo>
                    <a:pt x="32131" y="599541"/>
                  </a:lnTo>
                  <a:lnTo>
                    <a:pt x="30302" y="601484"/>
                  </a:lnTo>
                  <a:lnTo>
                    <a:pt x="28359" y="603199"/>
                  </a:lnTo>
                  <a:lnTo>
                    <a:pt x="26962" y="605142"/>
                  </a:lnTo>
                  <a:lnTo>
                    <a:pt x="26530" y="605574"/>
                  </a:lnTo>
                  <a:lnTo>
                    <a:pt x="26009" y="605574"/>
                  </a:lnTo>
                  <a:lnTo>
                    <a:pt x="25882" y="606221"/>
                  </a:lnTo>
                  <a:lnTo>
                    <a:pt x="23075" y="609346"/>
                  </a:lnTo>
                  <a:lnTo>
                    <a:pt x="20383" y="612584"/>
                  </a:lnTo>
                  <a:lnTo>
                    <a:pt x="18338" y="615823"/>
                  </a:lnTo>
                  <a:lnTo>
                    <a:pt x="15100" y="620026"/>
                  </a:lnTo>
                  <a:lnTo>
                    <a:pt x="12623" y="624344"/>
                  </a:lnTo>
                  <a:lnTo>
                    <a:pt x="10350" y="628650"/>
                  </a:lnTo>
                  <a:lnTo>
                    <a:pt x="7975" y="632968"/>
                  </a:lnTo>
                  <a:lnTo>
                    <a:pt x="6362" y="637489"/>
                  </a:lnTo>
                  <a:lnTo>
                    <a:pt x="4635" y="641921"/>
                  </a:lnTo>
                  <a:lnTo>
                    <a:pt x="3124" y="646442"/>
                  </a:lnTo>
                  <a:lnTo>
                    <a:pt x="1943" y="650646"/>
                  </a:lnTo>
                  <a:lnTo>
                    <a:pt x="1409" y="655281"/>
                  </a:lnTo>
                  <a:lnTo>
                    <a:pt x="431" y="659714"/>
                  </a:lnTo>
                  <a:lnTo>
                    <a:pt x="0" y="664235"/>
                  </a:lnTo>
                  <a:lnTo>
                    <a:pt x="0" y="671779"/>
                  </a:lnTo>
                  <a:lnTo>
                    <a:pt x="330" y="674154"/>
                  </a:lnTo>
                  <a:lnTo>
                    <a:pt x="647" y="676859"/>
                  </a:lnTo>
                  <a:lnTo>
                    <a:pt x="647" y="680631"/>
                  </a:lnTo>
                  <a:lnTo>
                    <a:pt x="1079" y="682574"/>
                  </a:lnTo>
                  <a:lnTo>
                    <a:pt x="1409" y="684618"/>
                  </a:lnTo>
                  <a:lnTo>
                    <a:pt x="1828" y="686993"/>
                  </a:lnTo>
                  <a:lnTo>
                    <a:pt x="2590" y="690219"/>
                  </a:lnTo>
                  <a:lnTo>
                    <a:pt x="3124" y="691413"/>
                  </a:lnTo>
                  <a:lnTo>
                    <a:pt x="4102" y="694969"/>
                  </a:lnTo>
                  <a:lnTo>
                    <a:pt x="4965" y="697230"/>
                  </a:lnTo>
                  <a:lnTo>
                    <a:pt x="5499" y="699287"/>
                  </a:lnTo>
                  <a:lnTo>
                    <a:pt x="6362" y="701433"/>
                  </a:lnTo>
                  <a:lnTo>
                    <a:pt x="7340" y="703707"/>
                  </a:lnTo>
                  <a:lnTo>
                    <a:pt x="8305" y="705751"/>
                  </a:lnTo>
                  <a:lnTo>
                    <a:pt x="8305" y="706069"/>
                  </a:lnTo>
                  <a:lnTo>
                    <a:pt x="9486" y="708228"/>
                  </a:lnTo>
                  <a:lnTo>
                    <a:pt x="11544" y="712546"/>
                  </a:lnTo>
                  <a:lnTo>
                    <a:pt x="12293" y="713727"/>
                  </a:lnTo>
                  <a:lnTo>
                    <a:pt x="12725" y="714705"/>
                  </a:lnTo>
                  <a:lnTo>
                    <a:pt x="14668" y="717931"/>
                  </a:lnTo>
                  <a:lnTo>
                    <a:pt x="16179" y="720204"/>
                  </a:lnTo>
                  <a:lnTo>
                    <a:pt x="17576" y="722249"/>
                  </a:lnTo>
                  <a:lnTo>
                    <a:pt x="17576" y="722579"/>
                  </a:lnTo>
                  <a:lnTo>
                    <a:pt x="20269" y="726236"/>
                  </a:lnTo>
                  <a:lnTo>
                    <a:pt x="23723" y="729792"/>
                  </a:lnTo>
                  <a:lnTo>
                    <a:pt x="26962" y="733463"/>
                  </a:lnTo>
                  <a:lnTo>
                    <a:pt x="28689" y="735190"/>
                  </a:lnTo>
                  <a:lnTo>
                    <a:pt x="29768" y="737133"/>
                  </a:lnTo>
                  <a:lnTo>
                    <a:pt x="31597" y="738962"/>
                  </a:lnTo>
                  <a:lnTo>
                    <a:pt x="32346" y="739508"/>
                  </a:lnTo>
                  <a:lnTo>
                    <a:pt x="32562" y="740371"/>
                  </a:lnTo>
                  <a:lnTo>
                    <a:pt x="33426" y="741006"/>
                  </a:lnTo>
                  <a:lnTo>
                    <a:pt x="34290" y="741870"/>
                  </a:lnTo>
                  <a:lnTo>
                    <a:pt x="35585" y="742950"/>
                  </a:lnTo>
                  <a:lnTo>
                    <a:pt x="36664" y="743813"/>
                  </a:lnTo>
                  <a:lnTo>
                    <a:pt x="36664" y="744143"/>
                  </a:lnTo>
                  <a:lnTo>
                    <a:pt x="38709" y="745972"/>
                  </a:lnTo>
                  <a:lnTo>
                    <a:pt x="40982" y="747915"/>
                  </a:lnTo>
                  <a:lnTo>
                    <a:pt x="43345" y="749858"/>
                  </a:lnTo>
                  <a:lnTo>
                    <a:pt x="44323" y="750722"/>
                  </a:lnTo>
                  <a:lnTo>
                    <a:pt x="45402" y="751789"/>
                  </a:lnTo>
                  <a:lnTo>
                    <a:pt x="46697" y="752652"/>
                  </a:lnTo>
                  <a:lnTo>
                    <a:pt x="47447" y="753300"/>
                  </a:lnTo>
                  <a:lnTo>
                    <a:pt x="49390" y="754595"/>
                  </a:lnTo>
                  <a:lnTo>
                    <a:pt x="54292" y="758266"/>
                  </a:lnTo>
                  <a:lnTo>
                    <a:pt x="59461" y="761936"/>
                  </a:lnTo>
                  <a:lnTo>
                    <a:pt x="64935" y="765517"/>
                  </a:lnTo>
                  <a:lnTo>
                    <a:pt x="2018550" y="1898904"/>
                  </a:lnTo>
                  <a:lnTo>
                    <a:pt x="2062416" y="1924354"/>
                  </a:lnTo>
                  <a:lnTo>
                    <a:pt x="2100478" y="1942147"/>
                  </a:lnTo>
                  <a:lnTo>
                    <a:pt x="2104034" y="1943544"/>
                  </a:lnTo>
                  <a:lnTo>
                    <a:pt x="2107704" y="1944839"/>
                  </a:lnTo>
                  <a:lnTo>
                    <a:pt x="2112340" y="1946351"/>
                  </a:lnTo>
                  <a:lnTo>
                    <a:pt x="2116874" y="1948294"/>
                  </a:lnTo>
                  <a:lnTo>
                    <a:pt x="2121192" y="1949665"/>
                  </a:lnTo>
                  <a:lnTo>
                    <a:pt x="2126462" y="1951202"/>
                  </a:lnTo>
                  <a:lnTo>
                    <a:pt x="2132076" y="1952498"/>
                  </a:lnTo>
                  <a:lnTo>
                    <a:pt x="2137257" y="1953895"/>
                  </a:lnTo>
                  <a:lnTo>
                    <a:pt x="2138083" y="1953895"/>
                  </a:lnTo>
                  <a:lnTo>
                    <a:pt x="2139518" y="1954326"/>
                  </a:lnTo>
                  <a:lnTo>
                    <a:pt x="2140000" y="1954326"/>
                  </a:lnTo>
                  <a:lnTo>
                    <a:pt x="2142426" y="1954872"/>
                  </a:lnTo>
                  <a:lnTo>
                    <a:pt x="2144369" y="1955520"/>
                  </a:lnTo>
                  <a:lnTo>
                    <a:pt x="2156155" y="1958086"/>
                  </a:lnTo>
                  <a:lnTo>
                    <a:pt x="2165985" y="1959965"/>
                  </a:lnTo>
                  <a:lnTo>
                    <a:pt x="2175903" y="1961553"/>
                  </a:lnTo>
                  <a:lnTo>
                    <a:pt x="2185987" y="1962848"/>
                  </a:lnTo>
                  <a:lnTo>
                    <a:pt x="2188692" y="1963064"/>
                  </a:lnTo>
                  <a:lnTo>
                    <a:pt x="2190445" y="1963064"/>
                  </a:lnTo>
                  <a:lnTo>
                    <a:pt x="2194191" y="1963496"/>
                  </a:lnTo>
                  <a:lnTo>
                    <a:pt x="2201761" y="1964245"/>
                  </a:lnTo>
                  <a:lnTo>
                    <a:pt x="2201367" y="1964245"/>
                  </a:lnTo>
                  <a:lnTo>
                    <a:pt x="2211260" y="1964956"/>
                  </a:lnTo>
                  <a:lnTo>
                    <a:pt x="2219896" y="1965312"/>
                  </a:lnTo>
                  <a:lnTo>
                    <a:pt x="2254669" y="1965312"/>
                  </a:lnTo>
                  <a:lnTo>
                    <a:pt x="2270099" y="1964245"/>
                  </a:lnTo>
                  <a:lnTo>
                    <a:pt x="2273871" y="1964029"/>
                  </a:lnTo>
                  <a:lnTo>
                    <a:pt x="2315819" y="1957882"/>
                  </a:lnTo>
                  <a:lnTo>
                    <a:pt x="2319591" y="1957019"/>
                  </a:lnTo>
                  <a:lnTo>
                    <a:pt x="2323261" y="1956384"/>
                  </a:lnTo>
                  <a:lnTo>
                    <a:pt x="2369540" y="1942477"/>
                  </a:lnTo>
                  <a:lnTo>
                    <a:pt x="2407907" y="1924354"/>
                  </a:lnTo>
                  <a:lnTo>
                    <a:pt x="3319424" y="1396517"/>
                  </a:lnTo>
                  <a:lnTo>
                    <a:pt x="3319424" y="1396847"/>
                  </a:lnTo>
                  <a:lnTo>
                    <a:pt x="3359353" y="1366672"/>
                  </a:lnTo>
                  <a:lnTo>
                    <a:pt x="3383407" y="1332649"/>
                  </a:lnTo>
                  <a:lnTo>
                    <a:pt x="3391573" y="1296708"/>
                  </a:lnTo>
                  <a:close/>
                </a:path>
                <a:path w="3415030" h="2062479">
                  <a:moveTo>
                    <a:pt x="3414534" y="1301635"/>
                  </a:moveTo>
                  <a:lnTo>
                    <a:pt x="3414103" y="1304112"/>
                  </a:lnTo>
                  <a:lnTo>
                    <a:pt x="3413988" y="1308963"/>
                  </a:lnTo>
                  <a:lnTo>
                    <a:pt x="3413556" y="1311008"/>
                  </a:lnTo>
                  <a:lnTo>
                    <a:pt x="3413353" y="1313700"/>
                  </a:lnTo>
                  <a:lnTo>
                    <a:pt x="3412159" y="1316405"/>
                  </a:lnTo>
                  <a:lnTo>
                    <a:pt x="3411626" y="1319199"/>
                  </a:lnTo>
                  <a:lnTo>
                    <a:pt x="3410864" y="1321574"/>
                  </a:lnTo>
                  <a:lnTo>
                    <a:pt x="3410762" y="1323733"/>
                  </a:lnTo>
                  <a:lnTo>
                    <a:pt x="3409785" y="1325778"/>
                  </a:lnTo>
                  <a:lnTo>
                    <a:pt x="3408921" y="1328585"/>
                  </a:lnTo>
                  <a:lnTo>
                    <a:pt x="3407740" y="1331391"/>
                  </a:lnTo>
                  <a:lnTo>
                    <a:pt x="3406444" y="1334185"/>
                  </a:lnTo>
                  <a:lnTo>
                    <a:pt x="3405581" y="1336128"/>
                  </a:lnTo>
                  <a:lnTo>
                    <a:pt x="3404933" y="1338402"/>
                  </a:lnTo>
                  <a:lnTo>
                    <a:pt x="3403638" y="1340446"/>
                  </a:lnTo>
                  <a:lnTo>
                    <a:pt x="3402342" y="1343253"/>
                  </a:lnTo>
                  <a:lnTo>
                    <a:pt x="3400412" y="1346047"/>
                  </a:lnTo>
                  <a:lnTo>
                    <a:pt x="3397275" y="1350797"/>
                  </a:lnTo>
                  <a:lnTo>
                    <a:pt x="3396411" y="1352842"/>
                  </a:lnTo>
                  <a:lnTo>
                    <a:pt x="3394913" y="1354899"/>
                  </a:lnTo>
                  <a:lnTo>
                    <a:pt x="3392970" y="1357693"/>
                  </a:lnTo>
                  <a:lnTo>
                    <a:pt x="3390595" y="1360500"/>
                  </a:lnTo>
                  <a:lnTo>
                    <a:pt x="3388334" y="1363306"/>
                  </a:lnTo>
                  <a:lnTo>
                    <a:pt x="3386823" y="1365034"/>
                  </a:lnTo>
                  <a:lnTo>
                    <a:pt x="3385528" y="1366862"/>
                  </a:lnTo>
                  <a:lnTo>
                    <a:pt x="3384016" y="1368806"/>
                  </a:lnTo>
                  <a:lnTo>
                    <a:pt x="3380994" y="1371828"/>
                  </a:lnTo>
                  <a:lnTo>
                    <a:pt x="3377654" y="1374952"/>
                  </a:lnTo>
                  <a:lnTo>
                    <a:pt x="3374415" y="1378077"/>
                  </a:lnTo>
                  <a:lnTo>
                    <a:pt x="3373018" y="1379372"/>
                  </a:lnTo>
                  <a:lnTo>
                    <a:pt x="3372053" y="1380553"/>
                  </a:lnTo>
                  <a:lnTo>
                    <a:pt x="3370542" y="1381848"/>
                  </a:lnTo>
                  <a:lnTo>
                    <a:pt x="3366224" y="1385633"/>
                  </a:lnTo>
                  <a:lnTo>
                    <a:pt x="3361690" y="1389291"/>
                  </a:lnTo>
                  <a:lnTo>
                    <a:pt x="3356953" y="1392631"/>
                  </a:lnTo>
                  <a:lnTo>
                    <a:pt x="3355225" y="1393926"/>
                  </a:lnTo>
                  <a:lnTo>
                    <a:pt x="3354578" y="1394574"/>
                  </a:lnTo>
                  <a:lnTo>
                    <a:pt x="3348863" y="1398562"/>
                  </a:lnTo>
                  <a:lnTo>
                    <a:pt x="3342614" y="1402562"/>
                  </a:lnTo>
                  <a:lnTo>
                    <a:pt x="3336137" y="1406436"/>
                  </a:lnTo>
                  <a:lnTo>
                    <a:pt x="3335820" y="1406436"/>
                  </a:lnTo>
                  <a:lnTo>
                    <a:pt x="2424417" y="1934057"/>
                  </a:lnTo>
                  <a:lnTo>
                    <a:pt x="2424734" y="2061946"/>
                  </a:lnTo>
                  <a:lnTo>
                    <a:pt x="3274669" y="1569910"/>
                  </a:lnTo>
                  <a:lnTo>
                    <a:pt x="3310890" y="1544878"/>
                  </a:lnTo>
                  <a:lnTo>
                    <a:pt x="3342119" y="1514221"/>
                  </a:lnTo>
                  <a:lnTo>
                    <a:pt x="3367290" y="1478534"/>
                  </a:lnTo>
                  <a:lnTo>
                    <a:pt x="3385312" y="1438465"/>
                  </a:lnTo>
                  <a:lnTo>
                    <a:pt x="3385629" y="1438135"/>
                  </a:lnTo>
                  <a:lnTo>
                    <a:pt x="3385743" y="1437601"/>
                  </a:lnTo>
                  <a:lnTo>
                    <a:pt x="3397707" y="1401267"/>
                  </a:lnTo>
                  <a:lnTo>
                    <a:pt x="3405213" y="1375524"/>
                  </a:lnTo>
                  <a:lnTo>
                    <a:pt x="3410559" y="1349311"/>
                  </a:lnTo>
                  <a:lnTo>
                    <a:pt x="3413620" y="1323733"/>
                  </a:lnTo>
                  <a:lnTo>
                    <a:pt x="3413734" y="1322743"/>
                  </a:lnTo>
                  <a:lnTo>
                    <a:pt x="3414445" y="1304112"/>
                  </a:lnTo>
                  <a:lnTo>
                    <a:pt x="3414534" y="1301635"/>
                  </a:lnTo>
                  <a:close/>
                </a:path>
              </a:pathLst>
            </a:custGeom>
            <a:solidFill>
              <a:srgbClr val="343F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4105217" y="5185092"/>
              <a:ext cx="2033905" cy="1184910"/>
            </a:xfrm>
            <a:custGeom>
              <a:avLst/>
              <a:gdLst/>
              <a:ahLst/>
              <a:cxnLst/>
              <a:rect l="l" t="t" r="r" b="b"/>
              <a:pathLst>
                <a:path w="2033905" h="1184910">
                  <a:moveTo>
                    <a:pt x="259562" y="525678"/>
                  </a:moveTo>
                  <a:lnTo>
                    <a:pt x="163372" y="469938"/>
                  </a:lnTo>
                  <a:lnTo>
                    <a:pt x="144233" y="525678"/>
                  </a:lnTo>
                  <a:lnTo>
                    <a:pt x="139547" y="539267"/>
                  </a:lnTo>
                  <a:lnTo>
                    <a:pt x="259562" y="525678"/>
                  </a:lnTo>
                  <a:close/>
                </a:path>
                <a:path w="2033905" h="1184910">
                  <a:moveTo>
                    <a:pt x="292773" y="13589"/>
                  </a:moveTo>
                  <a:lnTo>
                    <a:pt x="172859" y="0"/>
                  </a:lnTo>
                  <a:lnTo>
                    <a:pt x="196049" y="69443"/>
                  </a:lnTo>
                  <a:lnTo>
                    <a:pt x="292773" y="13589"/>
                  </a:lnTo>
                  <a:close/>
                </a:path>
                <a:path w="2033905" h="1184910">
                  <a:moveTo>
                    <a:pt x="521271" y="595122"/>
                  </a:moveTo>
                  <a:lnTo>
                    <a:pt x="26860" y="307975"/>
                  </a:lnTo>
                  <a:lnTo>
                    <a:pt x="0" y="323710"/>
                  </a:lnTo>
                  <a:lnTo>
                    <a:pt x="493991" y="610870"/>
                  </a:lnTo>
                  <a:lnTo>
                    <a:pt x="521271" y="595122"/>
                  </a:lnTo>
                  <a:close/>
                </a:path>
                <a:path w="2033905" h="1184910">
                  <a:moveTo>
                    <a:pt x="862342" y="122720"/>
                  </a:moveTo>
                  <a:lnTo>
                    <a:pt x="844003" y="112001"/>
                  </a:lnTo>
                  <a:lnTo>
                    <a:pt x="643978" y="227634"/>
                  </a:lnTo>
                  <a:lnTo>
                    <a:pt x="636435" y="225158"/>
                  </a:lnTo>
                  <a:lnTo>
                    <a:pt x="628027" y="223761"/>
                  </a:lnTo>
                  <a:lnTo>
                    <a:pt x="611098" y="223761"/>
                  </a:lnTo>
                  <a:lnTo>
                    <a:pt x="602576" y="225158"/>
                  </a:lnTo>
                  <a:lnTo>
                    <a:pt x="594918" y="227634"/>
                  </a:lnTo>
                  <a:lnTo>
                    <a:pt x="396290" y="111937"/>
                  </a:lnTo>
                  <a:lnTo>
                    <a:pt x="377532" y="122720"/>
                  </a:lnTo>
                  <a:lnTo>
                    <a:pt x="557847" y="227634"/>
                  </a:lnTo>
                  <a:lnTo>
                    <a:pt x="576376" y="238417"/>
                  </a:lnTo>
                  <a:lnTo>
                    <a:pt x="571500" y="245021"/>
                  </a:lnTo>
                  <a:lnTo>
                    <a:pt x="571398" y="245173"/>
                  </a:lnTo>
                  <a:lnTo>
                    <a:pt x="569722" y="252323"/>
                  </a:lnTo>
                  <a:lnTo>
                    <a:pt x="571246" y="259676"/>
                  </a:lnTo>
                  <a:lnTo>
                    <a:pt x="576046" y="266776"/>
                  </a:lnTo>
                  <a:lnTo>
                    <a:pt x="557911" y="277241"/>
                  </a:lnTo>
                  <a:lnTo>
                    <a:pt x="375907" y="382155"/>
                  </a:lnTo>
                  <a:lnTo>
                    <a:pt x="394462" y="392938"/>
                  </a:lnTo>
                  <a:lnTo>
                    <a:pt x="594601" y="277241"/>
                  </a:lnTo>
                  <a:lnTo>
                    <a:pt x="602145" y="279717"/>
                  </a:lnTo>
                  <a:lnTo>
                    <a:pt x="610666" y="281012"/>
                  </a:lnTo>
                  <a:lnTo>
                    <a:pt x="627481" y="281012"/>
                  </a:lnTo>
                  <a:lnTo>
                    <a:pt x="636003" y="279717"/>
                  </a:lnTo>
                  <a:lnTo>
                    <a:pt x="643547" y="277241"/>
                  </a:lnTo>
                  <a:lnTo>
                    <a:pt x="842289" y="392620"/>
                  </a:lnTo>
                  <a:lnTo>
                    <a:pt x="860729" y="382155"/>
                  </a:lnTo>
                  <a:lnTo>
                    <a:pt x="662101" y="266776"/>
                  </a:lnTo>
                  <a:lnTo>
                    <a:pt x="667016" y="259676"/>
                  </a:lnTo>
                  <a:lnTo>
                    <a:pt x="668667" y="252323"/>
                  </a:lnTo>
                  <a:lnTo>
                    <a:pt x="667092" y="245173"/>
                  </a:lnTo>
                  <a:lnTo>
                    <a:pt x="667054" y="245021"/>
                  </a:lnTo>
                  <a:lnTo>
                    <a:pt x="662203" y="238099"/>
                  </a:lnTo>
                  <a:lnTo>
                    <a:pt x="862342" y="122720"/>
                  </a:lnTo>
                  <a:close/>
                </a:path>
                <a:path w="2033905" h="1184910">
                  <a:moveTo>
                    <a:pt x="1038758" y="0"/>
                  </a:moveTo>
                  <a:lnTo>
                    <a:pt x="918629" y="13589"/>
                  </a:lnTo>
                  <a:lnTo>
                    <a:pt x="1014603" y="69443"/>
                  </a:lnTo>
                  <a:lnTo>
                    <a:pt x="1038758" y="0"/>
                  </a:lnTo>
                  <a:close/>
                </a:path>
                <a:path w="2033905" h="1184910">
                  <a:moveTo>
                    <a:pt x="1043178" y="541642"/>
                  </a:moveTo>
                  <a:lnTo>
                    <a:pt x="1020102" y="472198"/>
                  </a:lnTo>
                  <a:lnTo>
                    <a:pt x="923378" y="527951"/>
                  </a:lnTo>
                  <a:lnTo>
                    <a:pt x="1043178" y="541642"/>
                  </a:lnTo>
                  <a:close/>
                </a:path>
                <a:path w="2033905" h="1184910">
                  <a:moveTo>
                    <a:pt x="1045972" y="235140"/>
                  </a:moveTo>
                  <a:lnTo>
                    <a:pt x="1037907" y="200799"/>
                  </a:lnTo>
                  <a:lnTo>
                    <a:pt x="1021562" y="167297"/>
                  </a:lnTo>
                  <a:lnTo>
                    <a:pt x="1020813" y="166319"/>
                  </a:lnTo>
                  <a:lnTo>
                    <a:pt x="1020813" y="252399"/>
                  </a:lnTo>
                  <a:lnTo>
                    <a:pt x="1015923" y="288036"/>
                  </a:lnTo>
                  <a:lnTo>
                    <a:pt x="977950" y="356603"/>
                  </a:lnTo>
                  <a:lnTo>
                    <a:pt x="944854" y="388162"/>
                  </a:lnTo>
                  <a:lnTo>
                    <a:pt x="902347" y="416991"/>
                  </a:lnTo>
                  <a:lnTo>
                    <a:pt x="861072" y="437794"/>
                  </a:lnTo>
                  <a:lnTo>
                    <a:pt x="816419" y="454799"/>
                  </a:lnTo>
                  <a:lnTo>
                    <a:pt x="769391" y="467944"/>
                  </a:lnTo>
                  <a:lnTo>
                    <a:pt x="769531" y="467944"/>
                  </a:lnTo>
                  <a:lnTo>
                    <a:pt x="719734" y="477481"/>
                  </a:lnTo>
                  <a:lnTo>
                    <a:pt x="669074" y="483146"/>
                  </a:lnTo>
                  <a:lnTo>
                    <a:pt x="617778" y="485025"/>
                  </a:lnTo>
                  <a:lnTo>
                    <a:pt x="566508" y="483146"/>
                  </a:lnTo>
                  <a:lnTo>
                    <a:pt x="515937" y="477481"/>
                  </a:lnTo>
                  <a:lnTo>
                    <a:pt x="466293" y="467944"/>
                  </a:lnTo>
                  <a:lnTo>
                    <a:pt x="466432" y="467944"/>
                  </a:lnTo>
                  <a:lnTo>
                    <a:pt x="419595" y="454799"/>
                  </a:lnTo>
                  <a:lnTo>
                    <a:pt x="375221" y="437794"/>
                  </a:lnTo>
                  <a:lnTo>
                    <a:pt x="334289" y="416991"/>
                  </a:lnTo>
                  <a:lnTo>
                    <a:pt x="292150" y="388162"/>
                  </a:lnTo>
                  <a:lnTo>
                    <a:pt x="259422" y="356603"/>
                  </a:lnTo>
                  <a:lnTo>
                    <a:pt x="236118" y="322999"/>
                  </a:lnTo>
                  <a:lnTo>
                    <a:pt x="217703" y="252399"/>
                  </a:lnTo>
                  <a:lnTo>
                    <a:pt x="222605" y="216763"/>
                  </a:lnTo>
                  <a:lnTo>
                    <a:pt x="260629" y="148221"/>
                  </a:lnTo>
                  <a:lnTo>
                    <a:pt x="293725" y="116687"/>
                  </a:lnTo>
                  <a:lnTo>
                    <a:pt x="336232" y="87884"/>
                  </a:lnTo>
                  <a:lnTo>
                    <a:pt x="377355" y="67119"/>
                  </a:lnTo>
                  <a:lnTo>
                    <a:pt x="421906" y="50114"/>
                  </a:lnTo>
                  <a:lnTo>
                    <a:pt x="469188" y="36880"/>
                  </a:lnTo>
                  <a:lnTo>
                    <a:pt x="518477" y="27419"/>
                  </a:lnTo>
                  <a:lnTo>
                    <a:pt x="569150" y="21742"/>
                  </a:lnTo>
                  <a:lnTo>
                    <a:pt x="620471" y="19850"/>
                  </a:lnTo>
                  <a:lnTo>
                    <a:pt x="671791" y="21742"/>
                  </a:lnTo>
                  <a:lnTo>
                    <a:pt x="722401" y="27419"/>
                  </a:lnTo>
                  <a:lnTo>
                    <a:pt x="771613" y="36880"/>
                  </a:lnTo>
                  <a:lnTo>
                    <a:pt x="818794" y="50114"/>
                  </a:lnTo>
                  <a:lnTo>
                    <a:pt x="863206" y="67119"/>
                  </a:lnTo>
                  <a:lnTo>
                    <a:pt x="904189" y="87884"/>
                  </a:lnTo>
                  <a:lnTo>
                    <a:pt x="946340" y="116687"/>
                  </a:lnTo>
                  <a:lnTo>
                    <a:pt x="979081" y="148221"/>
                  </a:lnTo>
                  <a:lnTo>
                    <a:pt x="1002398" y="181800"/>
                  </a:lnTo>
                  <a:lnTo>
                    <a:pt x="1020813" y="252399"/>
                  </a:lnTo>
                  <a:lnTo>
                    <a:pt x="1020813" y="166319"/>
                  </a:lnTo>
                  <a:lnTo>
                    <a:pt x="996950" y="135166"/>
                  </a:lnTo>
                  <a:lnTo>
                    <a:pt x="964044" y="104952"/>
                  </a:lnTo>
                  <a:lnTo>
                    <a:pt x="922845" y="77216"/>
                  </a:lnTo>
                  <a:lnTo>
                    <a:pt x="879157" y="55029"/>
                  </a:lnTo>
                  <a:lnTo>
                    <a:pt x="831824" y="36880"/>
                  </a:lnTo>
                  <a:lnTo>
                    <a:pt x="781583" y="22771"/>
                  </a:lnTo>
                  <a:lnTo>
                    <a:pt x="729145" y="12700"/>
                  </a:lnTo>
                  <a:lnTo>
                    <a:pt x="675233" y="6654"/>
                  </a:lnTo>
                  <a:lnTo>
                    <a:pt x="622033" y="4711"/>
                  </a:lnTo>
                  <a:lnTo>
                    <a:pt x="569023" y="6654"/>
                  </a:lnTo>
                  <a:lnTo>
                    <a:pt x="566940" y="6654"/>
                  </a:lnTo>
                  <a:lnTo>
                    <a:pt x="511924" y="12827"/>
                  </a:lnTo>
                  <a:lnTo>
                    <a:pt x="475386" y="19850"/>
                  </a:lnTo>
                  <a:lnTo>
                    <a:pt x="459371" y="22923"/>
                  </a:lnTo>
                  <a:lnTo>
                    <a:pt x="408978" y="37033"/>
                  </a:lnTo>
                  <a:lnTo>
                    <a:pt x="361467" y="55168"/>
                  </a:lnTo>
                  <a:lnTo>
                    <a:pt x="317792" y="77216"/>
                  </a:lnTo>
                  <a:lnTo>
                    <a:pt x="276186" y="104952"/>
                  </a:lnTo>
                  <a:lnTo>
                    <a:pt x="242862" y="135166"/>
                  </a:lnTo>
                  <a:lnTo>
                    <a:pt x="217817" y="167297"/>
                  </a:lnTo>
                  <a:lnTo>
                    <a:pt x="192544" y="235140"/>
                  </a:lnTo>
                  <a:lnTo>
                    <a:pt x="192328" y="269735"/>
                  </a:lnTo>
                  <a:lnTo>
                    <a:pt x="200393" y="304076"/>
                  </a:lnTo>
                  <a:lnTo>
                    <a:pt x="241300" y="369709"/>
                  </a:lnTo>
                  <a:lnTo>
                    <a:pt x="274320" y="400088"/>
                  </a:lnTo>
                  <a:lnTo>
                    <a:pt x="315518" y="427875"/>
                  </a:lnTo>
                  <a:lnTo>
                    <a:pt x="359143" y="450011"/>
                  </a:lnTo>
                  <a:lnTo>
                    <a:pt x="405980" y="467944"/>
                  </a:lnTo>
                  <a:lnTo>
                    <a:pt x="405828" y="467944"/>
                  </a:lnTo>
                  <a:lnTo>
                    <a:pt x="456184" y="482066"/>
                  </a:lnTo>
                  <a:lnTo>
                    <a:pt x="456006" y="482066"/>
                  </a:lnTo>
                  <a:lnTo>
                    <a:pt x="471474" y="485025"/>
                  </a:lnTo>
                  <a:lnTo>
                    <a:pt x="508635" y="492150"/>
                  </a:lnTo>
                  <a:lnTo>
                    <a:pt x="508431" y="492150"/>
                  </a:lnTo>
                  <a:lnTo>
                    <a:pt x="562622" y="498208"/>
                  </a:lnTo>
                  <a:lnTo>
                    <a:pt x="562330" y="498208"/>
                  </a:lnTo>
                  <a:lnTo>
                    <a:pt x="617347" y="500240"/>
                  </a:lnTo>
                  <a:lnTo>
                    <a:pt x="672160" y="498208"/>
                  </a:lnTo>
                  <a:lnTo>
                    <a:pt x="726236" y="492150"/>
                  </a:lnTo>
                  <a:lnTo>
                    <a:pt x="778865" y="482066"/>
                  </a:lnTo>
                  <a:lnTo>
                    <a:pt x="829335" y="467944"/>
                  </a:lnTo>
                  <a:lnTo>
                    <a:pt x="876909" y="449808"/>
                  </a:lnTo>
                  <a:lnTo>
                    <a:pt x="920902" y="427659"/>
                  </a:lnTo>
                  <a:lnTo>
                    <a:pt x="962367" y="399923"/>
                  </a:lnTo>
                  <a:lnTo>
                    <a:pt x="995591" y="369709"/>
                  </a:lnTo>
                  <a:lnTo>
                    <a:pt x="1020572" y="337578"/>
                  </a:lnTo>
                  <a:lnTo>
                    <a:pt x="1045768" y="269735"/>
                  </a:lnTo>
                  <a:lnTo>
                    <a:pt x="1045870" y="252399"/>
                  </a:lnTo>
                  <a:lnTo>
                    <a:pt x="1045972" y="235140"/>
                  </a:lnTo>
                  <a:close/>
                </a:path>
                <a:path w="2033905" h="1184910">
                  <a:moveTo>
                    <a:pt x="1226934" y="1104303"/>
                  </a:moveTo>
                  <a:lnTo>
                    <a:pt x="1130960" y="1048448"/>
                  </a:lnTo>
                  <a:lnTo>
                    <a:pt x="1107020" y="1117892"/>
                  </a:lnTo>
                  <a:lnTo>
                    <a:pt x="1226934" y="1104303"/>
                  </a:lnTo>
                  <a:close/>
                </a:path>
                <a:path w="2033905" h="1184910">
                  <a:moveTo>
                    <a:pt x="1260360" y="592213"/>
                  </a:moveTo>
                  <a:lnTo>
                    <a:pt x="1140548" y="578624"/>
                  </a:lnTo>
                  <a:lnTo>
                    <a:pt x="1163523" y="648068"/>
                  </a:lnTo>
                  <a:lnTo>
                    <a:pt x="1260360" y="592213"/>
                  </a:lnTo>
                  <a:close/>
                </a:path>
                <a:path w="2033905" h="1184910">
                  <a:moveTo>
                    <a:pt x="1508810" y="1169111"/>
                  </a:moveTo>
                  <a:lnTo>
                    <a:pt x="1014501" y="881951"/>
                  </a:lnTo>
                  <a:lnTo>
                    <a:pt x="987653" y="897699"/>
                  </a:lnTo>
                  <a:lnTo>
                    <a:pt x="1481734" y="1184859"/>
                  </a:lnTo>
                  <a:lnTo>
                    <a:pt x="1508810" y="1169111"/>
                  </a:lnTo>
                  <a:close/>
                </a:path>
                <a:path w="2033905" h="1184910">
                  <a:moveTo>
                    <a:pt x="1849983" y="696595"/>
                  </a:moveTo>
                  <a:lnTo>
                    <a:pt x="1831657" y="685812"/>
                  </a:lnTo>
                  <a:lnTo>
                    <a:pt x="1631518" y="801509"/>
                  </a:lnTo>
                  <a:lnTo>
                    <a:pt x="1623860" y="799033"/>
                  </a:lnTo>
                  <a:lnTo>
                    <a:pt x="1615452" y="797636"/>
                  </a:lnTo>
                  <a:lnTo>
                    <a:pt x="1598409" y="797636"/>
                  </a:lnTo>
                  <a:lnTo>
                    <a:pt x="1590001" y="799033"/>
                  </a:lnTo>
                  <a:lnTo>
                    <a:pt x="1582458" y="801509"/>
                  </a:lnTo>
                  <a:lnTo>
                    <a:pt x="1383614" y="685812"/>
                  </a:lnTo>
                  <a:lnTo>
                    <a:pt x="1365173" y="696595"/>
                  </a:lnTo>
                  <a:lnTo>
                    <a:pt x="1564233" y="812292"/>
                  </a:lnTo>
                  <a:lnTo>
                    <a:pt x="1559255" y="819035"/>
                  </a:lnTo>
                  <a:lnTo>
                    <a:pt x="1557553" y="826198"/>
                  </a:lnTo>
                  <a:lnTo>
                    <a:pt x="1559115" y="833424"/>
                  </a:lnTo>
                  <a:lnTo>
                    <a:pt x="1563903" y="840333"/>
                  </a:lnTo>
                  <a:lnTo>
                    <a:pt x="1363764" y="956043"/>
                  </a:lnTo>
                  <a:lnTo>
                    <a:pt x="1382318" y="966495"/>
                  </a:lnTo>
                  <a:lnTo>
                    <a:pt x="1582458" y="851115"/>
                  </a:lnTo>
                  <a:lnTo>
                    <a:pt x="1590001" y="853592"/>
                  </a:lnTo>
                  <a:lnTo>
                    <a:pt x="1598409" y="854887"/>
                  </a:lnTo>
                  <a:lnTo>
                    <a:pt x="1615338" y="854887"/>
                  </a:lnTo>
                  <a:lnTo>
                    <a:pt x="1623860" y="853592"/>
                  </a:lnTo>
                  <a:lnTo>
                    <a:pt x="1631416" y="851115"/>
                  </a:lnTo>
                  <a:lnTo>
                    <a:pt x="1829828" y="966495"/>
                  </a:lnTo>
                  <a:lnTo>
                    <a:pt x="1848586" y="955713"/>
                  </a:lnTo>
                  <a:lnTo>
                    <a:pt x="1649958" y="840333"/>
                  </a:lnTo>
                  <a:lnTo>
                    <a:pt x="1654784" y="833462"/>
                  </a:lnTo>
                  <a:lnTo>
                    <a:pt x="1656435" y="826236"/>
                  </a:lnTo>
                  <a:lnTo>
                    <a:pt x="1654886" y="819048"/>
                  </a:lnTo>
                  <a:lnTo>
                    <a:pt x="1650060" y="812292"/>
                  </a:lnTo>
                  <a:lnTo>
                    <a:pt x="1849983" y="696595"/>
                  </a:lnTo>
                  <a:close/>
                </a:path>
                <a:path w="2033905" h="1184910">
                  <a:moveTo>
                    <a:pt x="2006130" y="578624"/>
                  </a:moveTo>
                  <a:lnTo>
                    <a:pt x="1886216" y="592213"/>
                  </a:lnTo>
                  <a:lnTo>
                    <a:pt x="1982190" y="648068"/>
                  </a:lnTo>
                  <a:lnTo>
                    <a:pt x="2006130" y="578624"/>
                  </a:lnTo>
                  <a:close/>
                </a:path>
                <a:path w="2033905" h="1184910">
                  <a:moveTo>
                    <a:pt x="2010879" y="1120152"/>
                  </a:moveTo>
                  <a:lnTo>
                    <a:pt x="1987689" y="1050709"/>
                  </a:lnTo>
                  <a:lnTo>
                    <a:pt x="1890966" y="1106563"/>
                  </a:lnTo>
                  <a:lnTo>
                    <a:pt x="2010879" y="1120152"/>
                  </a:lnTo>
                  <a:close/>
                </a:path>
                <a:path w="2033905" h="1184910">
                  <a:moveTo>
                    <a:pt x="2033625" y="809104"/>
                  </a:moveTo>
                  <a:lnTo>
                    <a:pt x="2025548" y="774776"/>
                  </a:lnTo>
                  <a:lnTo>
                    <a:pt x="2009190" y="741273"/>
                  </a:lnTo>
                  <a:lnTo>
                    <a:pt x="2008327" y="740156"/>
                  </a:lnTo>
                  <a:lnTo>
                    <a:pt x="2008327" y="826312"/>
                  </a:lnTo>
                  <a:lnTo>
                    <a:pt x="2003412" y="861961"/>
                  </a:lnTo>
                  <a:lnTo>
                    <a:pt x="1965413" y="930516"/>
                  </a:lnTo>
                  <a:lnTo>
                    <a:pt x="1932330" y="962063"/>
                  </a:lnTo>
                  <a:lnTo>
                    <a:pt x="1889887" y="990866"/>
                  </a:lnTo>
                  <a:lnTo>
                    <a:pt x="1848713" y="1011669"/>
                  </a:lnTo>
                  <a:lnTo>
                    <a:pt x="1804136" y="1028687"/>
                  </a:lnTo>
                  <a:lnTo>
                    <a:pt x="1757146" y="1041831"/>
                  </a:lnTo>
                  <a:lnTo>
                    <a:pt x="1757286" y="1041831"/>
                  </a:lnTo>
                  <a:lnTo>
                    <a:pt x="1707527" y="1051356"/>
                  </a:lnTo>
                  <a:lnTo>
                    <a:pt x="1656867" y="1057021"/>
                  </a:lnTo>
                  <a:lnTo>
                    <a:pt x="1605534" y="1058913"/>
                  </a:lnTo>
                  <a:lnTo>
                    <a:pt x="1554226" y="1057021"/>
                  </a:lnTo>
                  <a:lnTo>
                    <a:pt x="1503629" y="1051356"/>
                  </a:lnTo>
                  <a:lnTo>
                    <a:pt x="1453959" y="1041831"/>
                  </a:lnTo>
                  <a:lnTo>
                    <a:pt x="1454099" y="1041831"/>
                  </a:lnTo>
                  <a:lnTo>
                    <a:pt x="1407236" y="1028687"/>
                  </a:lnTo>
                  <a:lnTo>
                    <a:pt x="1362773" y="1011669"/>
                  </a:lnTo>
                  <a:lnTo>
                    <a:pt x="1321714" y="990866"/>
                  </a:lnTo>
                  <a:lnTo>
                    <a:pt x="1279626" y="962063"/>
                  </a:lnTo>
                  <a:lnTo>
                    <a:pt x="1246936" y="930516"/>
                  </a:lnTo>
                  <a:lnTo>
                    <a:pt x="1223632" y="896924"/>
                  </a:lnTo>
                  <a:lnTo>
                    <a:pt x="1205217" y="826312"/>
                  </a:lnTo>
                  <a:lnTo>
                    <a:pt x="1210094" y="790663"/>
                  </a:lnTo>
                  <a:lnTo>
                    <a:pt x="1248067" y="722109"/>
                  </a:lnTo>
                  <a:lnTo>
                    <a:pt x="1281163" y="690575"/>
                  </a:lnTo>
                  <a:lnTo>
                    <a:pt x="1323657" y="661771"/>
                  </a:lnTo>
                  <a:lnTo>
                    <a:pt x="1364881" y="640994"/>
                  </a:lnTo>
                  <a:lnTo>
                    <a:pt x="1409509" y="624001"/>
                  </a:lnTo>
                  <a:lnTo>
                    <a:pt x="1456867" y="610755"/>
                  </a:lnTo>
                  <a:lnTo>
                    <a:pt x="1506194" y="601294"/>
                  </a:lnTo>
                  <a:lnTo>
                    <a:pt x="1556893" y="595617"/>
                  </a:lnTo>
                  <a:lnTo>
                    <a:pt x="1608162" y="593737"/>
                  </a:lnTo>
                  <a:lnTo>
                    <a:pt x="1659432" y="595617"/>
                  </a:lnTo>
                  <a:lnTo>
                    <a:pt x="1710042" y="601294"/>
                  </a:lnTo>
                  <a:lnTo>
                    <a:pt x="1759254" y="610755"/>
                  </a:lnTo>
                  <a:lnTo>
                    <a:pt x="1806435" y="624001"/>
                  </a:lnTo>
                  <a:lnTo>
                    <a:pt x="1850847" y="640994"/>
                  </a:lnTo>
                  <a:lnTo>
                    <a:pt x="1891830" y="661771"/>
                  </a:lnTo>
                  <a:lnTo>
                    <a:pt x="1933956" y="690575"/>
                  </a:lnTo>
                  <a:lnTo>
                    <a:pt x="1966671" y="722109"/>
                  </a:lnTo>
                  <a:lnTo>
                    <a:pt x="1989963" y="755700"/>
                  </a:lnTo>
                  <a:lnTo>
                    <a:pt x="2008327" y="826312"/>
                  </a:lnTo>
                  <a:lnTo>
                    <a:pt x="2008327" y="740156"/>
                  </a:lnTo>
                  <a:lnTo>
                    <a:pt x="1984540" y="709117"/>
                  </a:lnTo>
                  <a:lnTo>
                    <a:pt x="1951609" y="678878"/>
                  </a:lnTo>
                  <a:lnTo>
                    <a:pt x="1910372" y="651090"/>
                  </a:lnTo>
                  <a:lnTo>
                    <a:pt x="1866773" y="628904"/>
                  </a:lnTo>
                  <a:lnTo>
                    <a:pt x="1819478" y="610755"/>
                  </a:lnTo>
                  <a:lnTo>
                    <a:pt x="1769249" y="596646"/>
                  </a:lnTo>
                  <a:lnTo>
                    <a:pt x="1716798" y="586574"/>
                  </a:lnTo>
                  <a:lnTo>
                    <a:pt x="1662887" y="580529"/>
                  </a:lnTo>
                  <a:lnTo>
                    <a:pt x="1609686" y="578586"/>
                  </a:lnTo>
                  <a:lnTo>
                    <a:pt x="1556664" y="580529"/>
                  </a:lnTo>
                  <a:lnTo>
                    <a:pt x="1554568" y="580529"/>
                  </a:lnTo>
                  <a:lnTo>
                    <a:pt x="1499552" y="586701"/>
                  </a:lnTo>
                  <a:lnTo>
                    <a:pt x="1462989" y="593725"/>
                  </a:lnTo>
                  <a:lnTo>
                    <a:pt x="1446974" y="596798"/>
                  </a:lnTo>
                  <a:lnTo>
                    <a:pt x="1396568" y="610908"/>
                  </a:lnTo>
                  <a:lnTo>
                    <a:pt x="1349070" y="629043"/>
                  </a:lnTo>
                  <a:lnTo>
                    <a:pt x="1305433" y="651090"/>
                  </a:lnTo>
                  <a:lnTo>
                    <a:pt x="1263827" y="678878"/>
                  </a:lnTo>
                  <a:lnTo>
                    <a:pt x="1230515" y="709117"/>
                  </a:lnTo>
                  <a:lnTo>
                    <a:pt x="1205484" y="741273"/>
                  </a:lnTo>
                  <a:lnTo>
                    <a:pt x="1180261" y="809104"/>
                  </a:lnTo>
                  <a:lnTo>
                    <a:pt x="1180058" y="843686"/>
                  </a:lnTo>
                  <a:lnTo>
                    <a:pt x="1188110" y="878001"/>
                  </a:lnTo>
                  <a:lnTo>
                    <a:pt x="1229004" y="943610"/>
                  </a:lnTo>
                  <a:lnTo>
                    <a:pt x="1261986" y="973975"/>
                  </a:lnTo>
                  <a:lnTo>
                    <a:pt x="1303172" y="1001763"/>
                  </a:lnTo>
                  <a:lnTo>
                    <a:pt x="1346835" y="1023848"/>
                  </a:lnTo>
                  <a:lnTo>
                    <a:pt x="1393837" y="1041831"/>
                  </a:lnTo>
                  <a:lnTo>
                    <a:pt x="1444078" y="1055941"/>
                  </a:lnTo>
                  <a:lnTo>
                    <a:pt x="1496542" y="1066038"/>
                  </a:lnTo>
                  <a:lnTo>
                    <a:pt x="1550492" y="1072095"/>
                  </a:lnTo>
                  <a:lnTo>
                    <a:pt x="1550339" y="1072095"/>
                  </a:lnTo>
                  <a:lnTo>
                    <a:pt x="1605203" y="1074115"/>
                  </a:lnTo>
                  <a:lnTo>
                    <a:pt x="1659940" y="1072095"/>
                  </a:lnTo>
                  <a:lnTo>
                    <a:pt x="1713966" y="1066038"/>
                  </a:lnTo>
                  <a:lnTo>
                    <a:pt x="1766570" y="1055941"/>
                  </a:lnTo>
                  <a:lnTo>
                    <a:pt x="1817001" y="1041831"/>
                  </a:lnTo>
                  <a:lnTo>
                    <a:pt x="1864537" y="1023696"/>
                  </a:lnTo>
                  <a:lnTo>
                    <a:pt x="1908429" y="1001547"/>
                  </a:lnTo>
                  <a:lnTo>
                    <a:pt x="1949945" y="973810"/>
                  </a:lnTo>
                  <a:lnTo>
                    <a:pt x="1983206" y="943610"/>
                  </a:lnTo>
                  <a:lnTo>
                    <a:pt x="2008212" y="911491"/>
                  </a:lnTo>
                  <a:lnTo>
                    <a:pt x="2033422" y="843686"/>
                  </a:lnTo>
                  <a:lnTo>
                    <a:pt x="2033524" y="826312"/>
                  </a:lnTo>
                  <a:lnTo>
                    <a:pt x="2033625" y="809104"/>
                  </a:lnTo>
                  <a:close/>
                </a:path>
              </a:pathLst>
            </a:custGeom>
            <a:solidFill>
              <a:srgbClr val="F5F5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4706613" y="2927106"/>
              <a:ext cx="2277110" cy="2883535"/>
            </a:xfrm>
            <a:custGeom>
              <a:avLst/>
              <a:gdLst/>
              <a:ahLst/>
              <a:cxnLst/>
              <a:rect l="l" t="t" r="r" b="b"/>
              <a:pathLst>
                <a:path w="2277109" h="2883535">
                  <a:moveTo>
                    <a:pt x="2275168" y="2883297"/>
                  </a:moveTo>
                  <a:lnTo>
                    <a:pt x="2276491" y="2401798"/>
                  </a:lnTo>
                  <a:lnTo>
                    <a:pt x="2276491" y="1311657"/>
                  </a:lnTo>
                  <a:lnTo>
                    <a:pt x="4420" y="0"/>
                  </a:lnTo>
                  <a:lnTo>
                    <a:pt x="0" y="1569805"/>
                  </a:lnTo>
                  <a:lnTo>
                    <a:pt x="998102" y="2145947"/>
                  </a:lnTo>
                  <a:lnTo>
                    <a:pt x="1136883" y="2440650"/>
                  </a:lnTo>
                  <a:lnTo>
                    <a:pt x="1277065" y="2307047"/>
                  </a:lnTo>
                  <a:lnTo>
                    <a:pt x="2275168" y="2883297"/>
                  </a:lnTo>
                  <a:close/>
                </a:path>
              </a:pathLst>
            </a:custGeom>
            <a:solidFill>
              <a:srgbClr val="D5DE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6027997" y="3992917"/>
              <a:ext cx="165100" cy="1166495"/>
            </a:xfrm>
            <a:custGeom>
              <a:avLst/>
              <a:gdLst/>
              <a:ahLst/>
              <a:cxnLst/>
              <a:rect l="l" t="t" r="r" b="b"/>
              <a:pathLst>
                <a:path w="165100" h="1166495">
                  <a:moveTo>
                    <a:pt x="164858" y="62865"/>
                  </a:moveTo>
                  <a:lnTo>
                    <a:pt x="108585" y="95542"/>
                  </a:lnTo>
                  <a:lnTo>
                    <a:pt x="105752" y="1134592"/>
                  </a:lnTo>
                  <a:lnTo>
                    <a:pt x="105676" y="1166190"/>
                  </a:lnTo>
                  <a:lnTo>
                    <a:pt x="160020" y="1134592"/>
                  </a:lnTo>
                  <a:lnTo>
                    <a:pt x="162496" y="297510"/>
                  </a:lnTo>
                  <a:lnTo>
                    <a:pt x="164223" y="296430"/>
                  </a:lnTo>
                  <a:lnTo>
                    <a:pt x="164782" y="95542"/>
                  </a:lnTo>
                  <a:lnTo>
                    <a:pt x="164858" y="62865"/>
                  </a:lnTo>
                  <a:close/>
                </a:path>
                <a:path w="165100" h="1166495">
                  <a:moveTo>
                    <a:pt x="164871" y="62750"/>
                  </a:moveTo>
                  <a:lnTo>
                    <a:pt x="56286" y="0"/>
                  </a:lnTo>
                  <a:lnTo>
                    <a:pt x="0" y="32677"/>
                  </a:lnTo>
                  <a:lnTo>
                    <a:pt x="108585" y="95427"/>
                  </a:lnTo>
                  <a:lnTo>
                    <a:pt x="164871" y="62750"/>
                  </a:lnTo>
                  <a:close/>
                </a:path>
              </a:pathLst>
            </a:custGeom>
            <a:solidFill>
              <a:srgbClr val="81A6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6025087" y="4025583"/>
              <a:ext cx="111760" cy="1133475"/>
            </a:xfrm>
            <a:custGeom>
              <a:avLst/>
              <a:gdLst/>
              <a:ahLst/>
              <a:cxnLst/>
              <a:rect l="l" t="t" r="r" b="b"/>
              <a:pathLst>
                <a:path w="111759" h="1133475">
                  <a:moveTo>
                    <a:pt x="108587" y="1133413"/>
                  </a:moveTo>
                  <a:lnTo>
                    <a:pt x="111499" y="62757"/>
                  </a:lnTo>
                  <a:lnTo>
                    <a:pt x="2911" y="0"/>
                  </a:lnTo>
                  <a:lnTo>
                    <a:pt x="0" y="1070655"/>
                  </a:lnTo>
                  <a:lnTo>
                    <a:pt x="108587" y="1133413"/>
                  </a:lnTo>
                  <a:close/>
                </a:path>
              </a:pathLst>
            </a:custGeom>
            <a:solidFill>
              <a:srgbClr val="2F5B9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6190493" y="4257750"/>
              <a:ext cx="165100" cy="995680"/>
            </a:xfrm>
            <a:custGeom>
              <a:avLst/>
              <a:gdLst/>
              <a:ahLst/>
              <a:cxnLst/>
              <a:rect l="l" t="t" r="r" b="b"/>
              <a:pathLst>
                <a:path w="165100" h="995679">
                  <a:moveTo>
                    <a:pt x="164884" y="62750"/>
                  </a:moveTo>
                  <a:lnTo>
                    <a:pt x="56184" y="0"/>
                  </a:lnTo>
                  <a:lnTo>
                    <a:pt x="1727" y="31597"/>
                  </a:lnTo>
                  <a:lnTo>
                    <a:pt x="0" y="32677"/>
                  </a:lnTo>
                  <a:lnTo>
                    <a:pt x="108521" y="95402"/>
                  </a:lnTo>
                  <a:lnTo>
                    <a:pt x="105791" y="995286"/>
                  </a:lnTo>
                  <a:lnTo>
                    <a:pt x="160464" y="963688"/>
                  </a:lnTo>
                  <a:lnTo>
                    <a:pt x="162179" y="297510"/>
                  </a:lnTo>
                  <a:lnTo>
                    <a:pt x="164020" y="296430"/>
                  </a:lnTo>
                  <a:lnTo>
                    <a:pt x="164884" y="62750"/>
                  </a:lnTo>
                  <a:close/>
                </a:path>
              </a:pathLst>
            </a:custGeom>
            <a:solidFill>
              <a:srgbClr val="81A6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6187699" y="4290416"/>
              <a:ext cx="111760" cy="962660"/>
            </a:xfrm>
            <a:custGeom>
              <a:avLst/>
              <a:gdLst/>
              <a:ahLst/>
              <a:cxnLst/>
              <a:rect l="l" t="t" r="r" b="b"/>
              <a:pathLst>
                <a:path w="111759" h="962660">
                  <a:moveTo>
                    <a:pt x="108695" y="962608"/>
                  </a:moveTo>
                  <a:lnTo>
                    <a:pt x="111391" y="62757"/>
                  </a:lnTo>
                  <a:lnTo>
                    <a:pt x="2803" y="0"/>
                  </a:lnTo>
                  <a:lnTo>
                    <a:pt x="323" y="837201"/>
                  </a:lnTo>
                  <a:lnTo>
                    <a:pt x="0" y="900174"/>
                  </a:lnTo>
                  <a:lnTo>
                    <a:pt x="108695" y="962608"/>
                  </a:lnTo>
                  <a:close/>
                </a:path>
              </a:pathLst>
            </a:custGeom>
            <a:solidFill>
              <a:srgbClr val="2F5B9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6352672" y="4522583"/>
              <a:ext cx="165100" cy="824865"/>
            </a:xfrm>
            <a:custGeom>
              <a:avLst/>
              <a:gdLst/>
              <a:ahLst/>
              <a:cxnLst/>
              <a:rect l="l" t="t" r="r" b="b"/>
              <a:pathLst>
                <a:path w="165100" h="824864">
                  <a:moveTo>
                    <a:pt x="164973" y="62941"/>
                  </a:moveTo>
                  <a:lnTo>
                    <a:pt x="109029" y="95542"/>
                  </a:lnTo>
                  <a:lnTo>
                    <a:pt x="106857" y="793102"/>
                  </a:lnTo>
                  <a:lnTo>
                    <a:pt x="106756" y="824687"/>
                  </a:lnTo>
                  <a:lnTo>
                    <a:pt x="161213" y="793102"/>
                  </a:lnTo>
                  <a:lnTo>
                    <a:pt x="162623" y="297827"/>
                  </a:lnTo>
                  <a:lnTo>
                    <a:pt x="164452" y="296964"/>
                  </a:lnTo>
                  <a:lnTo>
                    <a:pt x="164909" y="95542"/>
                  </a:lnTo>
                  <a:lnTo>
                    <a:pt x="164973" y="62941"/>
                  </a:lnTo>
                  <a:close/>
                </a:path>
                <a:path w="165100" h="824864">
                  <a:moveTo>
                    <a:pt x="164985" y="62763"/>
                  </a:moveTo>
                  <a:lnTo>
                    <a:pt x="56515" y="0"/>
                  </a:lnTo>
                  <a:lnTo>
                    <a:pt x="0" y="32677"/>
                  </a:lnTo>
                  <a:lnTo>
                    <a:pt x="108915" y="95427"/>
                  </a:lnTo>
                  <a:lnTo>
                    <a:pt x="164985" y="62763"/>
                  </a:lnTo>
                  <a:close/>
                </a:path>
              </a:pathLst>
            </a:custGeom>
            <a:solidFill>
              <a:srgbClr val="81A6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6350958" y="4555250"/>
              <a:ext cx="111125" cy="792480"/>
            </a:xfrm>
            <a:custGeom>
              <a:avLst/>
              <a:gdLst/>
              <a:ahLst/>
              <a:cxnLst/>
              <a:rect l="l" t="t" r="r" b="b"/>
              <a:pathLst>
                <a:path w="111125" h="792479">
                  <a:moveTo>
                    <a:pt x="108480" y="791912"/>
                  </a:moveTo>
                  <a:lnTo>
                    <a:pt x="110744" y="62757"/>
                  </a:lnTo>
                  <a:lnTo>
                    <a:pt x="1833" y="0"/>
                  </a:lnTo>
                  <a:lnTo>
                    <a:pt x="0" y="729154"/>
                  </a:lnTo>
                  <a:lnTo>
                    <a:pt x="108480" y="791912"/>
                  </a:lnTo>
                  <a:close/>
                </a:path>
              </a:pathLst>
            </a:custGeom>
            <a:solidFill>
              <a:srgbClr val="2F5B9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6515296" y="4787632"/>
              <a:ext cx="165100" cy="654050"/>
            </a:xfrm>
            <a:custGeom>
              <a:avLst/>
              <a:gdLst/>
              <a:ahLst/>
              <a:cxnLst/>
              <a:rect l="l" t="t" r="r" b="b"/>
              <a:pathLst>
                <a:path w="165100" h="654050">
                  <a:moveTo>
                    <a:pt x="164871" y="62763"/>
                  </a:moveTo>
                  <a:lnTo>
                    <a:pt x="56286" y="0"/>
                  </a:lnTo>
                  <a:lnTo>
                    <a:pt x="1828" y="31813"/>
                  </a:lnTo>
                  <a:lnTo>
                    <a:pt x="0" y="32677"/>
                  </a:lnTo>
                  <a:lnTo>
                    <a:pt x="108585" y="95427"/>
                  </a:lnTo>
                  <a:lnTo>
                    <a:pt x="107073" y="653453"/>
                  </a:lnTo>
                  <a:lnTo>
                    <a:pt x="161531" y="621855"/>
                  </a:lnTo>
                  <a:lnTo>
                    <a:pt x="162394" y="297611"/>
                  </a:lnTo>
                  <a:lnTo>
                    <a:pt x="164325" y="296646"/>
                  </a:lnTo>
                  <a:lnTo>
                    <a:pt x="164871" y="62763"/>
                  </a:lnTo>
                  <a:close/>
                </a:path>
              </a:pathLst>
            </a:custGeom>
            <a:solidFill>
              <a:srgbClr val="81A6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6513678" y="4820299"/>
              <a:ext cx="110489" cy="621030"/>
            </a:xfrm>
            <a:custGeom>
              <a:avLst/>
              <a:gdLst/>
              <a:ahLst/>
              <a:cxnLst/>
              <a:rect l="l" t="t" r="r" b="b"/>
              <a:pathLst>
                <a:path w="110490" h="621029">
                  <a:moveTo>
                    <a:pt x="108695" y="620783"/>
                  </a:moveTo>
                  <a:lnTo>
                    <a:pt x="110205" y="62757"/>
                  </a:lnTo>
                  <a:lnTo>
                    <a:pt x="1617" y="0"/>
                  </a:lnTo>
                  <a:lnTo>
                    <a:pt x="1547" y="62757"/>
                  </a:lnTo>
                  <a:lnTo>
                    <a:pt x="323" y="495268"/>
                  </a:lnTo>
                  <a:lnTo>
                    <a:pt x="0" y="558134"/>
                  </a:lnTo>
                  <a:lnTo>
                    <a:pt x="108695" y="620783"/>
                  </a:lnTo>
                  <a:close/>
                </a:path>
              </a:pathLst>
            </a:custGeom>
            <a:solidFill>
              <a:srgbClr val="2F5B9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6677691" y="5052783"/>
              <a:ext cx="165100" cy="482600"/>
            </a:xfrm>
            <a:custGeom>
              <a:avLst/>
              <a:gdLst/>
              <a:ahLst/>
              <a:cxnLst/>
              <a:rect l="l" t="t" r="r" b="b"/>
              <a:pathLst>
                <a:path w="165100" h="482600">
                  <a:moveTo>
                    <a:pt x="164985" y="62445"/>
                  </a:moveTo>
                  <a:lnTo>
                    <a:pt x="56286" y="0"/>
                  </a:lnTo>
                  <a:lnTo>
                    <a:pt x="1930" y="31496"/>
                  </a:lnTo>
                  <a:lnTo>
                    <a:pt x="0" y="32461"/>
                  </a:lnTo>
                  <a:lnTo>
                    <a:pt x="108686" y="95110"/>
                  </a:lnTo>
                  <a:lnTo>
                    <a:pt x="107607" y="482447"/>
                  </a:lnTo>
                  <a:lnTo>
                    <a:pt x="163906" y="449770"/>
                  </a:lnTo>
                  <a:lnTo>
                    <a:pt x="164985" y="62445"/>
                  </a:lnTo>
                  <a:close/>
                </a:path>
              </a:pathLst>
            </a:custGeom>
            <a:solidFill>
              <a:srgbClr val="81A6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4842045" y="3205746"/>
              <a:ext cx="1944370" cy="2329815"/>
            </a:xfrm>
            <a:custGeom>
              <a:avLst/>
              <a:gdLst/>
              <a:ahLst/>
              <a:cxnLst/>
              <a:rect l="l" t="t" r="r" b="b"/>
              <a:pathLst>
                <a:path w="1944369" h="2329815">
                  <a:moveTo>
                    <a:pt x="1069492" y="1789569"/>
                  </a:moveTo>
                  <a:lnTo>
                    <a:pt x="337083" y="1366329"/>
                  </a:lnTo>
                  <a:lnTo>
                    <a:pt x="337197" y="1393393"/>
                  </a:lnTo>
                  <a:lnTo>
                    <a:pt x="1069492" y="1815985"/>
                  </a:lnTo>
                  <a:lnTo>
                    <a:pt x="1069492" y="1789569"/>
                  </a:lnTo>
                  <a:close/>
                </a:path>
                <a:path w="1944369" h="2329815">
                  <a:moveTo>
                    <a:pt x="1069492" y="1736191"/>
                  </a:moveTo>
                  <a:lnTo>
                    <a:pt x="215" y="1118323"/>
                  </a:lnTo>
                  <a:lnTo>
                    <a:pt x="203" y="1123391"/>
                  </a:lnTo>
                  <a:lnTo>
                    <a:pt x="0" y="1131265"/>
                  </a:lnTo>
                  <a:lnTo>
                    <a:pt x="0" y="1145603"/>
                  </a:lnTo>
                  <a:lnTo>
                    <a:pt x="1069492" y="1762937"/>
                  </a:lnTo>
                  <a:lnTo>
                    <a:pt x="1069492" y="1736191"/>
                  </a:lnTo>
                  <a:close/>
                </a:path>
                <a:path w="1944369" h="2329815">
                  <a:moveTo>
                    <a:pt x="1069594" y="1682927"/>
                  </a:moveTo>
                  <a:lnTo>
                    <a:pt x="215" y="1065263"/>
                  </a:lnTo>
                  <a:lnTo>
                    <a:pt x="317" y="1092225"/>
                  </a:lnTo>
                  <a:lnTo>
                    <a:pt x="1069594" y="1709559"/>
                  </a:lnTo>
                  <a:lnTo>
                    <a:pt x="1069594" y="1682927"/>
                  </a:lnTo>
                  <a:close/>
                </a:path>
                <a:path w="1944369" h="2329815">
                  <a:moveTo>
                    <a:pt x="1069924" y="1629867"/>
                  </a:moveTo>
                  <a:lnTo>
                    <a:pt x="330" y="1011999"/>
                  </a:lnTo>
                  <a:lnTo>
                    <a:pt x="431" y="1038961"/>
                  </a:lnTo>
                  <a:lnTo>
                    <a:pt x="1069924" y="1656295"/>
                  </a:lnTo>
                  <a:lnTo>
                    <a:pt x="1069924" y="1629867"/>
                  </a:lnTo>
                  <a:close/>
                </a:path>
                <a:path w="1944369" h="2329815">
                  <a:moveTo>
                    <a:pt x="1070025" y="1576057"/>
                  </a:moveTo>
                  <a:lnTo>
                    <a:pt x="647" y="958519"/>
                  </a:lnTo>
                  <a:lnTo>
                    <a:pt x="749" y="985469"/>
                  </a:lnTo>
                  <a:lnTo>
                    <a:pt x="1069924" y="1602803"/>
                  </a:lnTo>
                  <a:lnTo>
                    <a:pt x="1070025" y="1576057"/>
                  </a:lnTo>
                  <a:close/>
                </a:path>
                <a:path w="1944369" h="2329815">
                  <a:moveTo>
                    <a:pt x="1070025" y="1522907"/>
                  </a:moveTo>
                  <a:lnTo>
                    <a:pt x="647" y="905141"/>
                  </a:lnTo>
                  <a:lnTo>
                    <a:pt x="749" y="932091"/>
                  </a:lnTo>
                  <a:lnTo>
                    <a:pt x="1070025" y="1549641"/>
                  </a:lnTo>
                  <a:lnTo>
                    <a:pt x="1070025" y="1522907"/>
                  </a:lnTo>
                  <a:close/>
                </a:path>
                <a:path w="1944369" h="2329815">
                  <a:moveTo>
                    <a:pt x="1070457" y="1469631"/>
                  </a:moveTo>
                  <a:lnTo>
                    <a:pt x="1079" y="852081"/>
                  </a:lnTo>
                  <a:lnTo>
                    <a:pt x="1066" y="856932"/>
                  </a:lnTo>
                  <a:lnTo>
                    <a:pt x="863" y="864806"/>
                  </a:lnTo>
                  <a:lnTo>
                    <a:pt x="863" y="879043"/>
                  </a:lnTo>
                  <a:lnTo>
                    <a:pt x="1070356" y="1496377"/>
                  </a:lnTo>
                  <a:lnTo>
                    <a:pt x="1070457" y="1469631"/>
                  </a:lnTo>
                  <a:close/>
                </a:path>
                <a:path w="1944369" h="2329815">
                  <a:moveTo>
                    <a:pt x="1070457" y="1416583"/>
                  </a:moveTo>
                  <a:lnTo>
                    <a:pt x="1079" y="798817"/>
                  </a:lnTo>
                  <a:lnTo>
                    <a:pt x="1181" y="825779"/>
                  </a:lnTo>
                  <a:lnTo>
                    <a:pt x="1070457" y="1442999"/>
                  </a:lnTo>
                  <a:lnTo>
                    <a:pt x="1070457" y="1416583"/>
                  </a:lnTo>
                  <a:close/>
                </a:path>
                <a:path w="1944369" h="2329815">
                  <a:moveTo>
                    <a:pt x="1070775" y="1363306"/>
                  </a:moveTo>
                  <a:lnTo>
                    <a:pt x="1181" y="745769"/>
                  </a:lnTo>
                  <a:lnTo>
                    <a:pt x="1295" y="772617"/>
                  </a:lnTo>
                  <a:lnTo>
                    <a:pt x="1070457" y="1389837"/>
                  </a:lnTo>
                  <a:lnTo>
                    <a:pt x="1070749" y="1366329"/>
                  </a:lnTo>
                  <a:lnTo>
                    <a:pt x="1070775" y="1363306"/>
                  </a:lnTo>
                  <a:close/>
                </a:path>
                <a:path w="1944369" h="2329815">
                  <a:moveTo>
                    <a:pt x="1070775" y="1310259"/>
                  </a:moveTo>
                  <a:lnTo>
                    <a:pt x="1511" y="692391"/>
                  </a:lnTo>
                  <a:lnTo>
                    <a:pt x="1612" y="697344"/>
                  </a:lnTo>
                  <a:lnTo>
                    <a:pt x="1295" y="719340"/>
                  </a:lnTo>
                  <a:lnTo>
                    <a:pt x="1070775" y="1336675"/>
                  </a:lnTo>
                  <a:lnTo>
                    <a:pt x="1070775" y="1310259"/>
                  </a:lnTo>
                  <a:close/>
                </a:path>
                <a:path w="1944369" h="2329815">
                  <a:moveTo>
                    <a:pt x="1070889" y="1203286"/>
                  </a:moveTo>
                  <a:lnTo>
                    <a:pt x="1612" y="585635"/>
                  </a:lnTo>
                  <a:lnTo>
                    <a:pt x="1727" y="612482"/>
                  </a:lnTo>
                  <a:lnTo>
                    <a:pt x="1070889" y="1229715"/>
                  </a:lnTo>
                  <a:lnTo>
                    <a:pt x="1070889" y="1203286"/>
                  </a:lnTo>
                  <a:close/>
                </a:path>
                <a:path w="1944369" h="2329815">
                  <a:moveTo>
                    <a:pt x="1071206" y="1150124"/>
                  </a:moveTo>
                  <a:lnTo>
                    <a:pt x="1612" y="532587"/>
                  </a:lnTo>
                  <a:lnTo>
                    <a:pt x="1612" y="559435"/>
                  </a:lnTo>
                  <a:lnTo>
                    <a:pt x="1071206" y="1176655"/>
                  </a:lnTo>
                  <a:lnTo>
                    <a:pt x="1071206" y="1150124"/>
                  </a:lnTo>
                  <a:close/>
                </a:path>
                <a:path w="1944369" h="2329815">
                  <a:moveTo>
                    <a:pt x="1071206" y="1096975"/>
                  </a:moveTo>
                  <a:lnTo>
                    <a:pt x="1612" y="479209"/>
                  </a:lnTo>
                  <a:lnTo>
                    <a:pt x="1727" y="506056"/>
                  </a:lnTo>
                  <a:lnTo>
                    <a:pt x="1071206" y="1123391"/>
                  </a:lnTo>
                  <a:lnTo>
                    <a:pt x="1071206" y="1096975"/>
                  </a:lnTo>
                  <a:close/>
                </a:path>
                <a:path w="1944369" h="2329815">
                  <a:moveTo>
                    <a:pt x="1071321" y="1043597"/>
                  </a:moveTo>
                  <a:lnTo>
                    <a:pt x="1943" y="426262"/>
                  </a:lnTo>
                  <a:lnTo>
                    <a:pt x="2044" y="452780"/>
                  </a:lnTo>
                  <a:lnTo>
                    <a:pt x="1071321" y="1070330"/>
                  </a:lnTo>
                  <a:lnTo>
                    <a:pt x="1071321" y="1043597"/>
                  </a:lnTo>
                  <a:close/>
                </a:path>
                <a:path w="1944369" h="2329815">
                  <a:moveTo>
                    <a:pt x="1071638" y="990320"/>
                  </a:moveTo>
                  <a:lnTo>
                    <a:pt x="2044" y="372884"/>
                  </a:lnTo>
                  <a:lnTo>
                    <a:pt x="2159" y="399630"/>
                  </a:lnTo>
                  <a:lnTo>
                    <a:pt x="1071638" y="1017066"/>
                  </a:lnTo>
                  <a:lnTo>
                    <a:pt x="1071638" y="990320"/>
                  </a:lnTo>
                  <a:close/>
                </a:path>
                <a:path w="1944369" h="2329815">
                  <a:moveTo>
                    <a:pt x="1071753" y="937272"/>
                  </a:moveTo>
                  <a:lnTo>
                    <a:pt x="2374" y="319608"/>
                  </a:lnTo>
                  <a:lnTo>
                    <a:pt x="2476" y="346354"/>
                  </a:lnTo>
                  <a:lnTo>
                    <a:pt x="1071753" y="963688"/>
                  </a:lnTo>
                  <a:lnTo>
                    <a:pt x="1071753" y="937272"/>
                  </a:lnTo>
                  <a:close/>
                </a:path>
                <a:path w="1944369" h="2329815">
                  <a:moveTo>
                    <a:pt x="1071753" y="883462"/>
                  </a:moveTo>
                  <a:lnTo>
                    <a:pt x="2374" y="266128"/>
                  </a:lnTo>
                  <a:lnTo>
                    <a:pt x="2476" y="292976"/>
                  </a:lnTo>
                  <a:lnTo>
                    <a:pt x="1071753" y="910526"/>
                  </a:lnTo>
                  <a:lnTo>
                    <a:pt x="1071753" y="883462"/>
                  </a:lnTo>
                  <a:close/>
                </a:path>
                <a:path w="1944369" h="2329815">
                  <a:moveTo>
                    <a:pt x="1072070" y="830199"/>
                  </a:moveTo>
                  <a:lnTo>
                    <a:pt x="2806" y="212750"/>
                  </a:lnTo>
                  <a:lnTo>
                    <a:pt x="2908" y="239598"/>
                  </a:lnTo>
                  <a:lnTo>
                    <a:pt x="1072070" y="856932"/>
                  </a:lnTo>
                  <a:lnTo>
                    <a:pt x="1072070" y="830199"/>
                  </a:lnTo>
                  <a:close/>
                </a:path>
                <a:path w="1944369" h="2329815">
                  <a:moveTo>
                    <a:pt x="1072286" y="777138"/>
                  </a:moveTo>
                  <a:lnTo>
                    <a:pt x="2806" y="159702"/>
                  </a:lnTo>
                  <a:lnTo>
                    <a:pt x="2806" y="186550"/>
                  </a:lnTo>
                  <a:lnTo>
                    <a:pt x="1072286" y="803884"/>
                  </a:lnTo>
                  <a:lnTo>
                    <a:pt x="1072286" y="777138"/>
                  </a:lnTo>
                  <a:close/>
                </a:path>
                <a:path w="1944369" h="2329815">
                  <a:moveTo>
                    <a:pt x="1072400" y="723976"/>
                  </a:moveTo>
                  <a:lnTo>
                    <a:pt x="3124" y="106426"/>
                  </a:lnTo>
                  <a:lnTo>
                    <a:pt x="2806" y="133070"/>
                  </a:lnTo>
                  <a:lnTo>
                    <a:pt x="1072286" y="750722"/>
                  </a:lnTo>
                  <a:lnTo>
                    <a:pt x="1072400" y="723976"/>
                  </a:lnTo>
                  <a:close/>
                </a:path>
                <a:path w="1944369" h="2329815">
                  <a:moveTo>
                    <a:pt x="1072400" y="670610"/>
                  </a:moveTo>
                  <a:lnTo>
                    <a:pt x="3124" y="53060"/>
                  </a:lnTo>
                  <a:lnTo>
                    <a:pt x="3124" y="79794"/>
                  </a:lnTo>
                  <a:lnTo>
                    <a:pt x="1072400" y="697344"/>
                  </a:lnTo>
                  <a:lnTo>
                    <a:pt x="1072400" y="670610"/>
                  </a:lnTo>
                  <a:close/>
                </a:path>
                <a:path w="1944369" h="2329815">
                  <a:moveTo>
                    <a:pt x="1072718" y="617448"/>
                  </a:moveTo>
                  <a:lnTo>
                    <a:pt x="3556" y="0"/>
                  </a:lnTo>
                  <a:lnTo>
                    <a:pt x="3238" y="26746"/>
                  </a:lnTo>
                  <a:lnTo>
                    <a:pt x="1072718" y="644080"/>
                  </a:lnTo>
                  <a:lnTo>
                    <a:pt x="1072718" y="617448"/>
                  </a:lnTo>
                  <a:close/>
                </a:path>
                <a:path w="1944369" h="2329815">
                  <a:moveTo>
                    <a:pt x="1072832" y="564286"/>
                  </a:moveTo>
                  <a:lnTo>
                    <a:pt x="337299" y="139649"/>
                  </a:lnTo>
                  <a:lnTo>
                    <a:pt x="337197" y="166166"/>
                  </a:lnTo>
                  <a:lnTo>
                    <a:pt x="1072832" y="591019"/>
                  </a:lnTo>
                  <a:lnTo>
                    <a:pt x="1072832" y="564286"/>
                  </a:lnTo>
                  <a:close/>
                </a:path>
                <a:path w="1944369" h="2329815">
                  <a:moveTo>
                    <a:pt x="1944331" y="1942261"/>
                  </a:moveTo>
                  <a:lnTo>
                    <a:pt x="1835734" y="1879676"/>
                  </a:lnTo>
                  <a:lnTo>
                    <a:pt x="1834883" y="2203742"/>
                  </a:lnTo>
                  <a:lnTo>
                    <a:pt x="1834565" y="2266937"/>
                  </a:lnTo>
                  <a:lnTo>
                    <a:pt x="1943252" y="2329586"/>
                  </a:lnTo>
                  <a:lnTo>
                    <a:pt x="1944331" y="1942261"/>
                  </a:lnTo>
                  <a:close/>
                </a:path>
              </a:pathLst>
            </a:custGeom>
            <a:solidFill>
              <a:srgbClr val="2F5B98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5789" y="2308262"/>
            <a:ext cx="133350" cy="13334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95789" y="3356011"/>
            <a:ext cx="133350" cy="1333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206273" y="768418"/>
            <a:ext cx="5797550" cy="3412490"/>
          </a:xfrm>
          <a:prstGeom prst="rect"/>
        </p:spPr>
        <p:txBody>
          <a:bodyPr wrap="square" lIns="0" tIns="40005" rIns="0" bIns="0" rtlCol="0" vert="horz">
            <a:spAutoFit/>
          </a:bodyPr>
          <a:lstStyle/>
          <a:p>
            <a:pPr marL="12700" marR="236220">
              <a:lnSpc>
                <a:spcPts val="4730"/>
              </a:lnSpc>
              <a:spcBef>
                <a:spcPts val="315"/>
              </a:spcBef>
              <a:tabLst>
                <a:tab pos="2966085" algn="l"/>
                <a:tab pos="3576320" algn="l"/>
              </a:tabLst>
            </a:pPr>
            <a:r>
              <a:rPr dirty="0" sz="4000" spc="-10" b="0">
                <a:latin typeface="Microsoft Sans Serif"/>
                <a:cs typeface="Microsoft Sans Serif"/>
              </a:rPr>
              <a:t>Regulations</a:t>
            </a:r>
            <a:r>
              <a:rPr dirty="0" sz="4000" b="0">
                <a:latin typeface="Microsoft Sans Serif"/>
                <a:cs typeface="Microsoft Sans Serif"/>
              </a:rPr>
              <a:t>	</a:t>
            </a:r>
            <a:r>
              <a:rPr dirty="0" sz="4000" spc="-50" b="0">
                <a:latin typeface="Microsoft Sans Serif"/>
                <a:cs typeface="Microsoft Sans Serif"/>
              </a:rPr>
              <a:t>&amp;</a:t>
            </a:r>
            <a:r>
              <a:rPr dirty="0" sz="4000" b="0">
                <a:latin typeface="Microsoft Sans Serif"/>
                <a:cs typeface="Microsoft Sans Serif"/>
              </a:rPr>
              <a:t>	</a:t>
            </a:r>
            <a:r>
              <a:rPr dirty="0" sz="4000" spc="-10" b="0">
                <a:latin typeface="Microsoft Sans Serif"/>
                <a:cs typeface="Microsoft Sans Serif"/>
              </a:rPr>
              <a:t>Airspace Control</a:t>
            </a:r>
            <a:endParaRPr sz="4000">
              <a:latin typeface="Microsoft Sans Serif"/>
              <a:cs typeface="Microsoft Sans Serif"/>
            </a:endParaRPr>
          </a:p>
          <a:p>
            <a:pPr marL="419100" marR="5080">
              <a:lnSpc>
                <a:spcPts val="4120"/>
              </a:lnSpc>
              <a:spcBef>
                <a:spcPts val="610"/>
              </a:spcBef>
            </a:pPr>
            <a:r>
              <a:rPr dirty="0" sz="3450" b="0">
                <a:solidFill>
                  <a:srgbClr val="ABBCC8"/>
                </a:solidFill>
                <a:latin typeface="Microsoft Sans Serif"/>
                <a:cs typeface="Microsoft Sans Serif"/>
              </a:rPr>
              <a:t>Varying</a:t>
            </a:r>
            <a:r>
              <a:rPr dirty="0" sz="3450" spc="5" b="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 b="0">
                <a:solidFill>
                  <a:srgbClr val="ABBCC8"/>
                </a:solidFill>
                <a:latin typeface="Microsoft Sans Serif"/>
                <a:cs typeface="Microsoft Sans Serif"/>
              </a:rPr>
              <a:t>rules</a:t>
            </a:r>
            <a:r>
              <a:rPr dirty="0" sz="3450" spc="15" b="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 b="0">
                <a:solidFill>
                  <a:srgbClr val="ABBCC8"/>
                </a:solidFill>
                <a:latin typeface="Microsoft Sans Serif"/>
                <a:cs typeface="Microsoft Sans Serif"/>
              </a:rPr>
              <a:t>on</a:t>
            </a:r>
            <a:r>
              <a:rPr dirty="0" sz="3450" spc="15" b="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 b="0">
                <a:solidFill>
                  <a:srgbClr val="ABBCC8"/>
                </a:solidFill>
                <a:latin typeface="Microsoft Sans Serif"/>
                <a:cs typeface="Microsoft Sans Serif"/>
              </a:rPr>
              <a:t>where</a:t>
            </a:r>
            <a:r>
              <a:rPr dirty="0" sz="3450" spc="15" b="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 spc="-25" b="0">
                <a:solidFill>
                  <a:srgbClr val="ABBCC8"/>
                </a:solidFill>
                <a:latin typeface="Microsoft Sans Serif"/>
                <a:cs typeface="Microsoft Sans Serif"/>
              </a:rPr>
              <a:t>and </a:t>
            </a:r>
            <a:r>
              <a:rPr dirty="0" sz="3450" b="0">
                <a:solidFill>
                  <a:srgbClr val="ABBCC8"/>
                </a:solidFill>
                <a:latin typeface="Microsoft Sans Serif"/>
                <a:cs typeface="Microsoft Sans Serif"/>
              </a:rPr>
              <a:t>how</a:t>
            </a:r>
            <a:r>
              <a:rPr dirty="0" sz="3450" spc="20" b="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 b="0">
                <a:solidFill>
                  <a:srgbClr val="ABBCC8"/>
                </a:solidFill>
                <a:latin typeface="Microsoft Sans Serif"/>
                <a:cs typeface="Microsoft Sans Serif"/>
              </a:rPr>
              <a:t>drones</a:t>
            </a:r>
            <a:r>
              <a:rPr dirty="0" sz="3450" spc="30" b="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 b="0">
                <a:solidFill>
                  <a:srgbClr val="ABBCC8"/>
                </a:solidFill>
                <a:latin typeface="Microsoft Sans Serif"/>
                <a:cs typeface="Microsoft Sans Serif"/>
              </a:rPr>
              <a:t>can</a:t>
            </a:r>
            <a:r>
              <a:rPr dirty="0" sz="3450" spc="30" b="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 spc="-25" b="0">
                <a:solidFill>
                  <a:srgbClr val="ABBCC8"/>
                </a:solidFill>
                <a:latin typeface="Microsoft Sans Serif"/>
                <a:cs typeface="Microsoft Sans Serif"/>
              </a:rPr>
              <a:t>fly </a:t>
            </a:r>
            <a:r>
              <a:rPr dirty="0" sz="3450" b="0">
                <a:solidFill>
                  <a:srgbClr val="ABBCC8"/>
                </a:solidFill>
                <a:latin typeface="Microsoft Sans Serif"/>
                <a:cs typeface="Microsoft Sans Serif"/>
              </a:rPr>
              <a:t>Compliance</a:t>
            </a:r>
            <a:r>
              <a:rPr dirty="0" sz="3450" spc="-25" b="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 b="0">
                <a:solidFill>
                  <a:srgbClr val="ABBCC8"/>
                </a:solidFill>
                <a:latin typeface="Microsoft Sans Serif"/>
                <a:cs typeface="Microsoft Sans Serif"/>
              </a:rPr>
              <a:t>with</a:t>
            </a:r>
            <a:r>
              <a:rPr dirty="0" sz="3450" spc="-20" b="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 spc="-10" b="0">
                <a:solidFill>
                  <a:srgbClr val="ABBCC8"/>
                </a:solidFill>
                <a:latin typeface="Microsoft Sans Serif"/>
                <a:cs typeface="Microsoft Sans Serif"/>
              </a:rPr>
              <a:t>aviation </a:t>
            </a:r>
            <a:r>
              <a:rPr dirty="0" sz="3450" b="0">
                <a:solidFill>
                  <a:srgbClr val="ABBCC8"/>
                </a:solidFill>
                <a:latin typeface="Microsoft Sans Serif"/>
                <a:cs typeface="Microsoft Sans Serif"/>
              </a:rPr>
              <a:t>authorities</a:t>
            </a:r>
            <a:r>
              <a:rPr dirty="0" sz="3450" spc="-20" b="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 b="0">
                <a:solidFill>
                  <a:srgbClr val="ABBCC8"/>
                </a:solidFill>
                <a:latin typeface="Microsoft Sans Serif"/>
                <a:cs typeface="Microsoft Sans Serif"/>
              </a:rPr>
              <a:t>is</a:t>
            </a:r>
            <a:r>
              <a:rPr dirty="0" sz="3450" spc="-20" b="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 spc="-10" b="0">
                <a:solidFill>
                  <a:srgbClr val="ABBCC8"/>
                </a:solidFill>
                <a:latin typeface="Microsoft Sans Serif"/>
                <a:cs typeface="Microsoft Sans Serif"/>
              </a:rPr>
              <a:t>crucial</a:t>
            </a:r>
            <a:endParaRPr sz="3450">
              <a:latin typeface="Microsoft Sans Serif"/>
              <a:cs typeface="Microsoft Sans Serif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03882" y="2308262"/>
            <a:ext cx="133350" cy="13334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03882" y="3879886"/>
            <a:ext cx="133350" cy="13334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966206" y="0"/>
            <a:ext cx="1321793" cy="118115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9645" y="8775525"/>
            <a:ext cx="17918354" cy="431395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0901949" y="768418"/>
            <a:ext cx="6201410" cy="393636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 marR="1437640">
              <a:lnSpc>
                <a:spcPts val="4730"/>
              </a:lnSpc>
              <a:spcBef>
                <a:spcPts val="315"/>
              </a:spcBef>
            </a:pPr>
            <a:r>
              <a:rPr dirty="0" sz="4000">
                <a:solidFill>
                  <a:srgbClr val="2F5B98"/>
                </a:solidFill>
                <a:latin typeface="Microsoft Sans Serif"/>
                <a:cs typeface="Microsoft Sans Serif"/>
              </a:rPr>
              <a:t>Infrastructure</a:t>
            </a:r>
            <a:r>
              <a:rPr dirty="0" sz="4000" spc="-70">
                <a:solidFill>
                  <a:srgbClr val="2F5B98"/>
                </a:solidFill>
                <a:latin typeface="Microsoft Sans Serif"/>
                <a:cs typeface="Microsoft Sans Serif"/>
              </a:rPr>
              <a:t> </a:t>
            </a:r>
            <a:r>
              <a:rPr dirty="0" sz="4000">
                <a:solidFill>
                  <a:srgbClr val="2F5B98"/>
                </a:solidFill>
                <a:latin typeface="Microsoft Sans Serif"/>
                <a:cs typeface="Microsoft Sans Serif"/>
              </a:rPr>
              <a:t>&amp;</a:t>
            </a:r>
            <a:r>
              <a:rPr dirty="0" sz="4000" spc="-70">
                <a:solidFill>
                  <a:srgbClr val="2F5B98"/>
                </a:solidFill>
                <a:latin typeface="Microsoft Sans Serif"/>
                <a:cs typeface="Microsoft Sans Serif"/>
              </a:rPr>
              <a:t> </a:t>
            </a:r>
            <a:r>
              <a:rPr dirty="0" sz="4000" spc="-20">
                <a:solidFill>
                  <a:srgbClr val="2F5B98"/>
                </a:solidFill>
                <a:latin typeface="Microsoft Sans Serif"/>
                <a:cs typeface="Microsoft Sans Serif"/>
              </a:rPr>
              <a:t>Tech Gaps</a:t>
            </a:r>
            <a:endParaRPr sz="4000">
              <a:latin typeface="Microsoft Sans Serif"/>
              <a:cs typeface="Microsoft Sans Serif"/>
            </a:endParaRPr>
          </a:p>
          <a:p>
            <a:pPr marL="431800" marR="5080">
              <a:lnSpc>
                <a:spcPts val="4130"/>
              </a:lnSpc>
              <a:spcBef>
                <a:spcPts val="620"/>
              </a:spcBef>
            </a:pP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Need</a:t>
            </a:r>
            <a:r>
              <a:rPr dirty="0" sz="3450" spc="-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secure</a:t>
            </a:r>
            <a:r>
              <a:rPr dirty="0" sz="3450" spc="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landing</a:t>
            </a:r>
            <a:r>
              <a:rPr dirty="0" sz="3450" spc="1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 spc="-10">
                <a:solidFill>
                  <a:srgbClr val="ABBCC8"/>
                </a:solidFill>
                <a:latin typeface="Microsoft Sans Serif"/>
                <a:cs typeface="Microsoft Sans Serif"/>
              </a:rPr>
              <a:t>hubs,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recharging</a:t>
            </a:r>
            <a:r>
              <a:rPr dirty="0" sz="3450" spc="-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stations,</a:t>
            </a:r>
            <a:r>
              <a:rPr dirty="0" sz="3450" spc="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or</a:t>
            </a:r>
            <a:r>
              <a:rPr dirty="0" sz="3450" spc="-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 spc="-10">
                <a:solidFill>
                  <a:srgbClr val="ABBCC8"/>
                </a:solidFill>
                <a:latin typeface="Microsoft Sans Serif"/>
                <a:cs typeface="Microsoft Sans Serif"/>
              </a:rPr>
              <a:t>“drone lanes”</a:t>
            </a:r>
            <a:endParaRPr sz="3450">
              <a:latin typeface="Microsoft Sans Serif"/>
              <a:cs typeface="Microsoft Sans Serif"/>
            </a:endParaRPr>
          </a:p>
          <a:p>
            <a:pPr marL="431800">
              <a:lnSpc>
                <a:spcPts val="3970"/>
              </a:lnSpc>
            </a:pP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AI</a:t>
            </a:r>
            <a:r>
              <a:rPr dirty="0" sz="3450" spc="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relies</a:t>
            </a:r>
            <a:r>
              <a:rPr dirty="0" sz="3450" spc="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on</a:t>
            </a:r>
            <a:r>
              <a:rPr dirty="0" sz="3450" spc="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 spc="-10">
                <a:solidFill>
                  <a:srgbClr val="ABBCC8"/>
                </a:solidFill>
                <a:latin typeface="Microsoft Sans Serif"/>
                <a:cs typeface="Microsoft Sans Serif"/>
              </a:rPr>
              <a:t>high-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quality</a:t>
            </a:r>
            <a:r>
              <a:rPr dirty="0" sz="3450" spc="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 spc="-20">
                <a:solidFill>
                  <a:srgbClr val="ABBCC8"/>
                </a:solidFill>
                <a:latin typeface="Microsoft Sans Serif"/>
                <a:cs typeface="Microsoft Sans Serif"/>
              </a:rPr>
              <a:t>data</a:t>
            </a:r>
            <a:endParaRPr sz="3450">
              <a:latin typeface="Microsoft Sans Serif"/>
              <a:cs typeface="Microsoft Sans Serif"/>
            </a:endParaRPr>
          </a:p>
          <a:p>
            <a:pPr marL="431800">
              <a:lnSpc>
                <a:spcPts val="4130"/>
              </a:lnSpc>
            </a:pP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and</a:t>
            </a:r>
            <a:r>
              <a:rPr dirty="0" sz="3450" spc="1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stable</a:t>
            </a:r>
            <a:r>
              <a:rPr dirty="0" sz="3450" spc="1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 spc="-10">
                <a:solidFill>
                  <a:srgbClr val="ABBCC8"/>
                </a:solidFill>
                <a:latin typeface="Microsoft Sans Serif"/>
                <a:cs typeface="Microsoft Sans Serif"/>
              </a:rPr>
              <a:t>communications</a:t>
            </a:r>
            <a:endParaRPr sz="3450">
              <a:latin typeface="Microsoft Sans Serif"/>
              <a:cs typeface="Microsoft Sans Serif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95789" y="6365700"/>
            <a:ext cx="133350" cy="13334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295789" y="7413449"/>
            <a:ext cx="133350" cy="133349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2206273" y="4988843"/>
            <a:ext cx="5821680" cy="3249930"/>
          </a:xfrm>
          <a:prstGeom prst="rect">
            <a:avLst/>
          </a:prstGeom>
        </p:spPr>
        <p:txBody>
          <a:bodyPr wrap="square" lIns="0" tIns="287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65"/>
              </a:spcBef>
            </a:pPr>
            <a:r>
              <a:rPr dirty="0" sz="4000">
                <a:solidFill>
                  <a:srgbClr val="2F5B98"/>
                </a:solidFill>
                <a:latin typeface="Microsoft Sans Serif"/>
                <a:cs typeface="Microsoft Sans Serif"/>
              </a:rPr>
              <a:t>Security</a:t>
            </a:r>
            <a:r>
              <a:rPr dirty="0" sz="4000" spc="-15">
                <a:solidFill>
                  <a:srgbClr val="2F5B98"/>
                </a:solidFill>
                <a:latin typeface="Microsoft Sans Serif"/>
                <a:cs typeface="Microsoft Sans Serif"/>
              </a:rPr>
              <a:t> </a:t>
            </a:r>
            <a:r>
              <a:rPr dirty="0" sz="4000">
                <a:solidFill>
                  <a:srgbClr val="2F5B98"/>
                </a:solidFill>
                <a:latin typeface="Microsoft Sans Serif"/>
                <a:cs typeface="Microsoft Sans Serif"/>
              </a:rPr>
              <a:t>&amp;</a:t>
            </a:r>
            <a:r>
              <a:rPr dirty="0" sz="4000" spc="-15">
                <a:solidFill>
                  <a:srgbClr val="2F5B98"/>
                </a:solidFill>
                <a:latin typeface="Microsoft Sans Serif"/>
                <a:cs typeface="Microsoft Sans Serif"/>
              </a:rPr>
              <a:t> </a:t>
            </a:r>
            <a:r>
              <a:rPr dirty="0" sz="4000" spc="-10">
                <a:solidFill>
                  <a:srgbClr val="2F5B98"/>
                </a:solidFill>
                <a:latin typeface="Microsoft Sans Serif"/>
                <a:cs typeface="Microsoft Sans Serif"/>
              </a:rPr>
              <a:t>Privacy</a:t>
            </a:r>
            <a:endParaRPr sz="4000">
              <a:latin typeface="Microsoft Sans Serif"/>
              <a:cs typeface="Microsoft Sans Serif"/>
            </a:endParaRPr>
          </a:p>
          <a:p>
            <a:pPr marL="419100" marR="5080">
              <a:lnSpc>
                <a:spcPts val="4130"/>
              </a:lnSpc>
              <a:spcBef>
                <a:spcPts val="2045"/>
              </a:spcBef>
            </a:pP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Potential</a:t>
            </a:r>
            <a:r>
              <a:rPr dirty="0" sz="3450" spc="-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hacking</a:t>
            </a:r>
            <a:r>
              <a:rPr dirty="0" sz="3450" spc="-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or</a:t>
            </a:r>
            <a:r>
              <a:rPr dirty="0" sz="3450" spc="-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 spc="-10">
                <a:solidFill>
                  <a:srgbClr val="ABBCC8"/>
                </a:solidFill>
                <a:latin typeface="Microsoft Sans Serif"/>
                <a:cs typeface="Microsoft Sans Serif"/>
              </a:rPr>
              <a:t>misuse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of</a:t>
            </a:r>
            <a:r>
              <a:rPr dirty="0" sz="3450" spc="4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 spc="-10">
                <a:solidFill>
                  <a:srgbClr val="ABBCC8"/>
                </a:solidFill>
                <a:latin typeface="Microsoft Sans Serif"/>
                <a:cs typeface="Microsoft Sans Serif"/>
              </a:rPr>
              <a:t>drones</a:t>
            </a:r>
            <a:endParaRPr sz="3450">
              <a:latin typeface="Microsoft Sans Serif"/>
              <a:cs typeface="Microsoft Sans Serif"/>
            </a:endParaRPr>
          </a:p>
          <a:p>
            <a:pPr marL="419100">
              <a:lnSpc>
                <a:spcPts val="3975"/>
              </a:lnSpc>
            </a:pP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Privacy concerns </a:t>
            </a:r>
            <a:r>
              <a:rPr dirty="0" sz="3450" spc="-20">
                <a:solidFill>
                  <a:srgbClr val="ABBCC8"/>
                </a:solidFill>
                <a:latin typeface="Microsoft Sans Serif"/>
                <a:cs typeface="Microsoft Sans Serif"/>
              </a:rPr>
              <a:t>over</a:t>
            </a:r>
            <a:endParaRPr sz="3450">
              <a:latin typeface="Microsoft Sans Serif"/>
              <a:cs typeface="Microsoft Sans Serif"/>
            </a:endParaRPr>
          </a:p>
          <a:p>
            <a:pPr marL="419100">
              <a:lnSpc>
                <a:spcPts val="4135"/>
              </a:lnSpc>
            </a:pP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flights</a:t>
            </a:r>
            <a:r>
              <a:rPr dirty="0" sz="3450" spc="-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near</a:t>
            </a:r>
            <a:r>
              <a:rPr dirty="0" sz="3450" spc="-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private</a:t>
            </a:r>
            <a:r>
              <a:rPr dirty="0" sz="3450" spc="-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 spc="-10">
                <a:solidFill>
                  <a:srgbClr val="ABBCC8"/>
                </a:solidFill>
                <a:latin typeface="Microsoft Sans Serif"/>
                <a:cs typeface="Microsoft Sans Serif"/>
              </a:rPr>
              <a:t>property</a:t>
            </a:r>
            <a:endParaRPr sz="3450">
              <a:latin typeface="Microsoft Sans Serif"/>
              <a:cs typeface="Microsoft Sans Serif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003882" y="6365700"/>
            <a:ext cx="133350" cy="133349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003882" y="7413449"/>
            <a:ext cx="133350" cy="133349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10901949" y="4988840"/>
            <a:ext cx="6347460" cy="3249930"/>
          </a:xfrm>
          <a:prstGeom prst="rect">
            <a:avLst/>
          </a:prstGeom>
        </p:spPr>
        <p:txBody>
          <a:bodyPr wrap="square" lIns="0" tIns="287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65"/>
              </a:spcBef>
            </a:pPr>
            <a:r>
              <a:rPr dirty="0" sz="4000">
                <a:solidFill>
                  <a:srgbClr val="2F5B98"/>
                </a:solidFill>
                <a:latin typeface="Microsoft Sans Serif"/>
                <a:cs typeface="Microsoft Sans Serif"/>
              </a:rPr>
              <a:t>Public</a:t>
            </a:r>
            <a:r>
              <a:rPr dirty="0" sz="4000" spc="-70">
                <a:solidFill>
                  <a:srgbClr val="2F5B98"/>
                </a:solidFill>
                <a:latin typeface="Microsoft Sans Serif"/>
                <a:cs typeface="Microsoft Sans Serif"/>
              </a:rPr>
              <a:t> </a:t>
            </a:r>
            <a:r>
              <a:rPr dirty="0" sz="4000" spc="-10">
                <a:solidFill>
                  <a:srgbClr val="2F5B98"/>
                </a:solidFill>
                <a:latin typeface="Microsoft Sans Serif"/>
                <a:cs typeface="Microsoft Sans Serif"/>
              </a:rPr>
              <a:t>Acceptance</a:t>
            </a:r>
            <a:endParaRPr sz="4000">
              <a:latin typeface="Microsoft Sans Serif"/>
              <a:cs typeface="Microsoft Sans Serif"/>
            </a:endParaRPr>
          </a:p>
          <a:p>
            <a:pPr marL="431800" marR="5080">
              <a:lnSpc>
                <a:spcPts val="4130"/>
              </a:lnSpc>
              <a:spcBef>
                <a:spcPts val="2000"/>
              </a:spcBef>
            </a:pP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Noise,</a:t>
            </a:r>
            <a:r>
              <a:rPr dirty="0" sz="3450" spc="-1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safety worries,</a:t>
            </a:r>
            <a:r>
              <a:rPr dirty="0" sz="3450" spc="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 spc="-25">
                <a:solidFill>
                  <a:srgbClr val="ABBCC8"/>
                </a:solidFill>
                <a:latin typeface="Microsoft Sans Serif"/>
                <a:cs typeface="Microsoft Sans Serif"/>
              </a:rPr>
              <a:t>and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public</a:t>
            </a:r>
            <a:r>
              <a:rPr dirty="0" sz="3450" spc="-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trust</a:t>
            </a:r>
            <a:r>
              <a:rPr dirty="0" sz="3450" spc="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factor</a:t>
            </a:r>
            <a:r>
              <a:rPr dirty="0" sz="3450" spc="1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into</a:t>
            </a:r>
            <a:r>
              <a:rPr dirty="0" sz="3450" spc="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 spc="-10">
                <a:solidFill>
                  <a:srgbClr val="ABBCC8"/>
                </a:solidFill>
                <a:latin typeface="Microsoft Sans Serif"/>
                <a:cs typeface="Microsoft Sans Serif"/>
              </a:rPr>
              <a:t>success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Address</a:t>
            </a:r>
            <a:r>
              <a:rPr dirty="0" sz="3450" spc="-1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local concerns</a:t>
            </a:r>
            <a:r>
              <a:rPr dirty="0" sz="3450" spc="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 spc="-25">
                <a:solidFill>
                  <a:srgbClr val="ABBCC8"/>
                </a:solidFill>
                <a:latin typeface="Microsoft Sans Serif"/>
                <a:cs typeface="Microsoft Sans Serif"/>
              </a:rPr>
              <a:t>to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gain</a:t>
            </a:r>
            <a:r>
              <a:rPr dirty="0" sz="3450" spc="-1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>
                <a:solidFill>
                  <a:srgbClr val="ABBCC8"/>
                </a:solidFill>
                <a:latin typeface="Microsoft Sans Serif"/>
                <a:cs typeface="Microsoft Sans Serif"/>
              </a:rPr>
              <a:t>community</a:t>
            </a:r>
            <a:r>
              <a:rPr dirty="0" sz="3450" spc="-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3450" spc="-10">
                <a:solidFill>
                  <a:srgbClr val="ABBCC8"/>
                </a:solidFill>
                <a:latin typeface="Microsoft Sans Serif"/>
                <a:cs typeface="Microsoft Sans Serif"/>
              </a:rPr>
              <a:t>support</a:t>
            </a:r>
            <a:endParaRPr sz="3450">
              <a:latin typeface="Microsoft Sans Serif"/>
              <a:cs typeface="Microsoft Sans Serif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8407387" y="4366259"/>
            <a:ext cx="1476375" cy="1552575"/>
          </a:xfrm>
          <a:custGeom>
            <a:avLst/>
            <a:gdLst/>
            <a:ahLst/>
            <a:cxnLst/>
            <a:rect l="l" t="t" r="r" b="b"/>
            <a:pathLst>
              <a:path w="1476375" h="1552575">
                <a:moveTo>
                  <a:pt x="195783" y="1513306"/>
                </a:moveTo>
                <a:lnTo>
                  <a:pt x="37896" y="1353083"/>
                </a:lnTo>
                <a:lnTo>
                  <a:pt x="0" y="1552194"/>
                </a:lnTo>
                <a:lnTo>
                  <a:pt x="195783" y="1513306"/>
                </a:lnTo>
                <a:close/>
              </a:path>
              <a:path w="1476375" h="1552575">
                <a:moveTo>
                  <a:pt x="203606" y="38900"/>
                </a:moveTo>
                <a:lnTo>
                  <a:pt x="7734" y="0"/>
                </a:lnTo>
                <a:lnTo>
                  <a:pt x="46774" y="199110"/>
                </a:lnTo>
                <a:lnTo>
                  <a:pt x="203606" y="38900"/>
                </a:lnTo>
                <a:close/>
              </a:path>
              <a:path w="1476375" h="1552575">
                <a:moveTo>
                  <a:pt x="1088364" y="748753"/>
                </a:moveTo>
                <a:lnTo>
                  <a:pt x="765924" y="748753"/>
                </a:lnTo>
                <a:lnTo>
                  <a:pt x="765924" y="426783"/>
                </a:lnTo>
                <a:lnTo>
                  <a:pt x="710463" y="426783"/>
                </a:lnTo>
                <a:lnTo>
                  <a:pt x="710463" y="748753"/>
                </a:lnTo>
                <a:lnTo>
                  <a:pt x="388023" y="748753"/>
                </a:lnTo>
                <a:lnTo>
                  <a:pt x="388023" y="803249"/>
                </a:lnTo>
                <a:lnTo>
                  <a:pt x="710463" y="803249"/>
                </a:lnTo>
                <a:lnTo>
                  <a:pt x="710463" y="1125207"/>
                </a:lnTo>
                <a:lnTo>
                  <a:pt x="765924" y="1125207"/>
                </a:lnTo>
                <a:lnTo>
                  <a:pt x="765924" y="803249"/>
                </a:lnTo>
                <a:lnTo>
                  <a:pt x="1088364" y="803249"/>
                </a:lnTo>
                <a:lnTo>
                  <a:pt x="1088364" y="748753"/>
                </a:lnTo>
                <a:close/>
              </a:path>
              <a:path w="1476375" h="1552575">
                <a:moveTo>
                  <a:pt x="1421396" y="0"/>
                </a:moveTo>
                <a:lnTo>
                  <a:pt x="1225816" y="38900"/>
                </a:lnTo>
                <a:lnTo>
                  <a:pt x="1383982" y="199110"/>
                </a:lnTo>
                <a:lnTo>
                  <a:pt x="1421396" y="0"/>
                </a:lnTo>
                <a:close/>
              </a:path>
              <a:path w="1476375" h="1552575">
                <a:moveTo>
                  <a:pt x="1439341" y="775906"/>
                </a:moveTo>
                <a:lnTo>
                  <a:pt x="1437716" y="727964"/>
                </a:lnTo>
                <a:lnTo>
                  <a:pt x="1432915" y="680986"/>
                </a:lnTo>
                <a:lnTo>
                  <a:pt x="1425079" y="635088"/>
                </a:lnTo>
                <a:lnTo>
                  <a:pt x="1414297" y="590232"/>
                </a:lnTo>
                <a:lnTo>
                  <a:pt x="1400632" y="546493"/>
                </a:lnTo>
                <a:lnTo>
                  <a:pt x="1384236" y="504037"/>
                </a:lnTo>
                <a:lnTo>
                  <a:pt x="1382839" y="501027"/>
                </a:lnTo>
                <a:lnTo>
                  <a:pt x="1382839" y="775906"/>
                </a:lnTo>
                <a:lnTo>
                  <a:pt x="1381074" y="823722"/>
                </a:lnTo>
                <a:lnTo>
                  <a:pt x="1375841" y="870826"/>
                </a:lnTo>
                <a:lnTo>
                  <a:pt x="1367307" y="916647"/>
                </a:lnTo>
                <a:lnTo>
                  <a:pt x="1355496" y="961555"/>
                </a:lnTo>
                <a:lnTo>
                  <a:pt x="1340700" y="1004798"/>
                </a:lnTo>
                <a:lnTo>
                  <a:pt x="1322908" y="1046708"/>
                </a:lnTo>
                <a:lnTo>
                  <a:pt x="1302296" y="1087031"/>
                </a:lnTo>
                <a:lnTo>
                  <a:pt x="1278966" y="1125664"/>
                </a:lnTo>
                <a:lnTo>
                  <a:pt x="1253058" y="1162469"/>
                </a:lnTo>
                <a:lnTo>
                  <a:pt x="1224699" y="1197330"/>
                </a:lnTo>
                <a:lnTo>
                  <a:pt x="1194003" y="1230096"/>
                </a:lnTo>
                <a:lnTo>
                  <a:pt x="1161097" y="1260678"/>
                </a:lnTo>
                <a:lnTo>
                  <a:pt x="1126121" y="1288935"/>
                </a:lnTo>
                <a:lnTo>
                  <a:pt x="1089177" y="1314742"/>
                </a:lnTo>
                <a:lnTo>
                  <a:pt x="1050404" y="1337983"/>
                </a:lnTo>
                <a:lnTo>
                  <a:pt x="1009929" y="1358531"/>
                </a:lnTo>
                <a:lnTo>
                  <a:pt x="967854" y="1376248"/>
                </a:lnTo>
                <a:lnTo>
                  <a:pt x="924331" y="1391031"/>
                </a:lnTo>
                <a:lnTo>
                  <a:pt x="879475" y="1402740"/>
                </a:lnTo>
                <a:lnTo>
                  <a:pt x="833412" y="1411262"/>
                </a:lnTo>
                <a:lnTo>
                  <a:pt x="786257" y="1416456"/>
                </a:lnTo>
                <a:lnTo>
                  <a:pt x="738149" y="1418221"/>
                </a:lnTo>
                <a:lnTo>
                  <a:pt x="690029" y="1416456"/>
                </a:lnTo>
                <a:lnTo>
                  <a:pt x="642874" y="1411262"/>
                </a:lnTo>
                <a:lnTo>
                  <a:pt x="596811" y="1402740"/>
                </a:lnTo>
                <a:lnTo>
                  <a:pt x="551954" y="1391031"/>
                </a:lnTo>
                <a:lnTo>
                  <a:pt x="508431" y="1376248"/>
                </a:lnTo>
                <a:lnTo>
                  <a:pt x="466369" y="1358531"/>
                </a:lnTo>
                <a:lnTo>
                  <a:pt x="425881" y="1337983"/>
                </a:lnTo>
                <a:lnTo>
                  <a:pt x="387108" y="1314742"/>
                </a:lnTo>
                <a:lnTo>
                  <a:pt x="350164" y="1288935"/>
                </a:lnTo>
                <a:lnTo>
                  <a:pt x="315188" y="1260678"/>
                </a:lnTo>
                <a:lnTo>
                  <a:pt x="282282" y="1230096"/>
                </a:lnTo>
                <a:lnTo>
                  <a:pt x="251587" y="1197330"/>
                </a:lnTo>
                <a:lnTo>
                  <a:pt x="223227" y="1162469"/>
                </a:lnTo>
                <a:lnTo>
                  <a:pt x="197319" y="1125664"/>
                </a:lnTo>
                <a:lnTo>
                  <a:pt x="173990" y="1087031"/>
                </a:lnTo>
                <a:lnTo>
                  <a:pt x="153377" y="1046708"/>
                </a:lnTo>
                <a:lnTo>
                  <a:pt x="135585" y="1004798"/>
                </a:lnTo>
                <a:lnTo>
                  <a:pt x="120751" y="961428"/>
                </a:lnTo>
                <a:lnTo>
                  <a:pt x="108978" y="916647"/>
                </a:lnTo>
                <a:lnTo>
                  <a:pt x="100418" y="870673"/>
                </a:lnTo>
                <a:lnTo>
                  <a:pt x="95211" y="823722"/>
                </a:lnTo>
                <a:lnTo>
                  <a:pt x="93446" y="775906"/>
                </a:lnTo>
                <a:lnTo>
                  <a:pt x="95224" y="727964"/>
                </a:lnTo>
                <a:lnTo>
                  <a:pt x="100444" y="680986"/>
                </a:lnTo>
                <a:lnTo>
                  <a:pt x="108991" y="635088"/>
                </a:lnTo>
                <a:lnTo>
                  <a:pt x="120802" y="590232"/>
                </a:lnTo>
                <a:lnTo>
                  <a:pt x="135585" y="547027"/>
                </a:lnTo>
                <a:lnTo>
                  <a:pt x="153377" y="505117"/>
                </a:lnTo>
                <a:lnTo>
                  <a:pt x="173990" y="464781"/>
                </a:lnTo>
                <a:lnTo>
                  <a:pt x="197319" y="426148"/>
                </a:lnTo>
                <a:lnTo>
                  <a:pt x="223227" y="389343"/>
                </a:lnTo>
                <a:lnTo>
                  <a:pt x="251587" y="354495"/>
                </a:lnTo>
                <a:lnTo>
                  <a:pt x="282282" y="321716"/>
                </a:lnTo>
                <a:lnTo>
                  <a:pt x="315188" y="291134"/>
                </a:lnTo>
                <a:lnTo>
                  <a:pt x="350164" y="262877"/>
                </a:lnTo>
                <a:lnTo>
                  <a:pt x="387108" y="237070"/>
                </a:lnTo>
                <a:lnTo>
                  <a:pt x="425881" y="213829"/>
                </a:lnTo>
                <a:lnTo>
                  <a:pt x="466369" y="193294"/>
                </a:lnTo>
                <a:lnTo>
                  <a:pt x="508431" y="175564"/>
                </a:lnTo>
                <a:lnTo>
                  <a:pt x="551954" y="160794"/>
                </a:lnTo>
                <a:lnTo>
                  <a:pt x="596811" y="149085"/>
                </a:lnTo>
                <a:lnTo>
                  <a:pt x="642874" y="140563"/>
                </a:lnTo>
                <a:lnTo>
                  <a:pt x="690029" y="135356"/>
                </a:lnTo>
                <a:lnTo>
                  <a:pt x="738149" y="133604"/>
                </a:lnTo>
                <a:lnTo>
                  <a:pt x="786257" y="135356"/>
                </a:lnTo>
                <a:lnTo>
                  <a:pt x="833412" y="140563"/>
                </a:lnTo>
                <a:lnTo>
                  <a:pt x="879475" y="149085"/>
                </a:lnTo>
                <a:lnTo>
                  <a:pt x="924331" y="160794"/>
                </a:lnTo>
                <a:lnTo>
                  <a:pt x="967854" y="175564"/>
                </a:lnTo>
                <a:lnTo>
                  <a:pt x="1009929" y="193294"/>
                </a:lnTo>
                <a:lnTo>
                  <a:pt x="1050404" y="213829"/>
                </a:lnTo>
                <a:lnTo>
                  <a:pt x="1089177" y="237070"/>
                </a:lnTo>
                <a:lnTo>
                  <a:pt x="1126121" y="262877"/>
                </a:lnTo>
                <a:lnTo>
                  <a:pt x="1161097" y="291134"/>
                </a:lnTo>
                <a:lnTo>
                  <a:pt x="1194003" y="321716"/>
                </a:lnTo>
                <a:lnTo>
                  <a:pt x="1224699" y="354495"/>
                </a:lnTo>
                <a:lnTo>
                  <a:pt x="1253058" y="389343"/>
                </a:lnTo>
                <a:lnTo>
                  <a:pt x="1278966" y="426148"/>
                </a:lnTo>
                <a:lnTo>
                  <a:pt x="1302296" y="464781"/>
                </a:lnTo>
                <a:lnTo>
                  <a:pt x="1322908" y="505117"/>
                </a:lnTo>
                <a:lnTo>
                  <a:pt x="1340700" y="547027"/>
                </a:lnTo>
                <a:lnTo>
                  <a:pt x="1355534" y="590397"/>
                </a:lnTo>
                <a:lnTo>
                  <a:pt x="1367294" y="635088"/>
                </a:lnTo>
                <a:lnTo>
                  <a:pt x="1375854" y="681126"/>
                </a:lnTo>
                <a:lnTo>
                  <a:pt x="1381061" y="727964"/>
                </a:lnTo>
                <a:lnTo>
                  <a:pt x="1382839" y="775906"/>
                </a:lnTo>
                <a:lnTo>
                  <a:pt x="1382839" y="501027"/>
                </a:lnTo>
                <a:lnTo>
                  <a:pt x="1365186" y="462965"/>
                </a:lnTo>
                <a:lnTo>
                  <a:pt x="1343609" y="423392"/>
                </a:lnTo>
                <a:lnTo>
                  <a:pt x="1319580" y="385406"/>
                </a:lnTo>
                <a:lnTo>
                  <a:pt x="1293241" y="349110"/>
                </a:lnTo>
                <a:lnTo>
                  <a:pt x="1264666" y="314629"/>
                </a:lnTo>
                <a:lnTo>
                  <a:pt x="1233970" y="282041"/>
                </a:lnTo>
                <a:lnTo>
                  <a:pt x="1201267" y="251472"/>
                </a:lnTo>
                <a:lnTo>
                  <a:pt x="1166647" y="223012"/>
                </a:lnTo>
                <a:lnTo>
                  <a:pt x="1130211" y="196761"/>
                </a:lnTo>
                <a:lnTo>
                  <a:pt x="1092085" y="172847"/>
                </a:lnTo>
                <a:lnTo>
                  <a:pt x="1052347" y="151345"/>
                </a:lnTo>
                <a:lnTo>
                  <a:pt x="1013790" y="133604"/>
                </a:lnTo>
                <a:lnTo>
                  <a:pt x="1011123" y="132372"/>
                </a:lnTo>
                <a:lnTo>
                  <a:pt x="968514" y="116039"/>
                </a:lnTo>
                <a:lnTo>
                  <a:pt x="924610" y="102438"/>
                </a:lnTo>
                <a:lnTo>
                  <a:pt x="879525" y="91681"/>
                </a:lnTo>
                <a:lnTo>
                  <a:pt x="833361" y="83870"/>
                </a:lnTo>
                <a:lnTo>
                  <a:pt x="786231" y="79108"/>
                </a:lnTo>
                <a:lnTo>
                  <a:pt x="738238" y="77495"/>
                </a:lnTo>
                <a:lnTo>
                  <a:pt x="690232" y="79108"/>
                </a:lnTo>
                <a:lnTo>
                  <a:pt x="643089" y="83870"/>
                </a:lnTo>
                <a:lnTo>
                  <a:pt x="596925" y="91681"/>
                </a:lnTo>
                <a:lnTo>
                  <a:pt x="551840" y="102438"/>
                </a:lnTo>
                <a:lnTo>
                  <a:pt x="507936" y="116039"/>
                </a:lnTo>
                <a:lnTo>
                  <a:pt x="465315" y="132372"/>
                </a:lnTo>
                <a:lnTo>
                  <a:pt x="424091" y="151345"/>
                </a:lnTo>
                <a:lnTo>
                  <a:pt x="384352" y="172847"/>
                </a:lnTo>
                <a:lnTo>
                  <a:pt x="346227" y="196761"/>
                </a:lnTo>
                <a:lnTo>
                  <a:pt x="309791" y="223012"/>
                </a:lnTo>
                <a:lnTo>
                  <a:pt x="275170" y="251472"/>
                </a:lnTo>
                <a:lnTo>
                  <a:pt x="242468" y="282041"/>
                </a:lnTo>
                <a:lnTo>
                  <a:pt x="211772" y="314629"/>
                </a:lnTo>
                <a:lnTo>
                  <a:pt x="183210" y="349110"/>
                </a:lnTo>
                <a:lnTo>
                  <a:pt x="156857" y="385406"/>
                </a:lnTo>
                <a:lnTo>
                  <a:pt x="132842" y="423392"/>
                </a:lnTo>
                <a:lnTo>
                  <a:pt x="111264" y="462965"/>
                </a:lnTo>
                <a:lnTo>
                  <a:pt x="92227" y="504037"/>
                </a:lnTo>
                <a:lnTo>
                  <a:pt x="75831" y="546493"/>
                </a:lnTo>
                <a:lnTo>
                  <a:pt x="62141" y="590397"/>
                </a:lnTo>
                <a:lnTo>
                  <a:pt x="51384" y="635088"/>
                </a:lnTo>
                <a:lnTo>
                  <a:pt x="43535" y="681126"/>
                </a:lnTo>
                <a:lnTo>
                  <a:pt x="38760" y="727964"/>
                </a:lnTo>
                <a:lnTo>
                  <a:pt x="37134" y="775906"/>
                </a:lnTo>
                <a:lnTo>
                  <a:pt x="38747" y="823722"/>
                </a:lnTo>
                <a:lnTo>
                  <a:pt x="43561" y="870826"/>
                </a:lnTo>
                <a:lnTo>
                  <a:pt x="51371" y="916647"/>
                </a:lnTo>
                <a:lnTo>
                  <a:pt x="62166" y="961555"/>
                </a:lnTo>
                <a:lnTo>
                  <a:pt x="75819" y="1005293"/>
                </a:lnTo>
                <a:lnTo>
                  <a:pt x="92214" y="1047737"/>
                </a:lnTo>
                <a:lnTo>
                  <a:pt x="111252" y="1088809"/>
                </a:lnTo>
                <a:lnTo>
                  <a:pt x="132829" y="1128395"/>
                </a:lnTo>
                <a:lnTo>
                  <a:pt x="156832" y="1166380"/>
                </a:lnTo>
                <a:lnTo>
                  <a:pt x="183172" y="1202664"/>
                </a:lnTo>
                <a:lnTo>
                  <a:pt x="211747" y="1237157"/>
                </a:lnTo>
                <a:lnTo>
                  <a:pt x="242430" y="1269746"/>
                </a:lnTo>
                <a:lnTo>
                  <a:pt x="275145" y="1300314"/>
                </a:lnTo>
                <a:lnTo>
                  <a:pt x="309765" y="1328788"/>
                </a:lnTo>
                <a:lnTo>
                  <a:pt x="346189" y="1355026"/>
                </a:lnTo>
                <a:lnTo>
                  <a:pt x="384327" y="1378953"/>
                </a:lnTo>
                <a:lnTo>
                  <a:pt x="424053" y="1400454"/>
                </a:lnTo>
                <a:lnTo>
                  <a:pt x="465289" y="1419428"/>
                </a:lnTo>
                <a:lnTo>
                  <a:pt x="507911" y="1435773"/>
                </a:lnTo>
                <a:lnTo>
                  <a:pt x="551815" y="1449374"/>
                </a:lnTo>
                <a:lnTo>
                  <a:pt x="596912" y="1460131"/>
                </a:lnTo>
                <a:lnTo>
                  <a:pt x="643077" y="1467942"/>
                </a:lnTo>
                <a:lnTo>
                  <a:pt x="690232" y="1472704"/>
                </a:lnTo>
                <a:lnTo>
                  <a:pt x="738238" y="1474317"/>
                </a:lnTo>
                <a:lnTo>
                  <a:pt x="786244" y="1472704"/>
                </a:lnTo>
                <a:lnTo>
                  <a:pt x="833386" y="1467942"/>
                </a:lnTo>
                <a:lnTo>
                  <a:pt x="879551" y="1460131"/>
                </a:lnTo>
                <a:lnTo>
                  <a:pt x="924636" y="1449374"/>
                </a:lnTo>
                <a:lnTo>
                  <a:pt x="968540" y="1435773"/>
                </a:lnTo>
                <a:lnTo>
                  <a:pt x="1011161" y="1419428"/>
                </a:lnTo>
                <a:lnTo>
                  <a:pt x="1052385" y="1400454"/>
                </a:lnTo>
                <a:lnTo>
                  <a:pt x="1092123" y="1378953"/>
                </a:lnTo>
                <a:lnTo>
                  <a:pt x="1130249" y="1355026"/>
                </a:lnTo>
                <a:lnTo>
                  <a:pt x="1166685" y="1328788"/>
                </a:lnTo>
                <a:lnTo>
                  <a:pt x="1201305" y="1300314"/>
                </a:lnTo>
                <a:lnTo>
                  <a:pt x="1234008" y="1269746"/>
                </a:lnTo>
                <a:lnTo>
                  <a:pt x="1264704" y="1237157"/>
                </a:lnTo>
                <a:lnTo>
                  <a:pt x="1293266" y="1202664"/>
                </a:lnTo>
                <a:lnTo>
                  <a:pt x="1319618" y="1166380"/>
                </a:lnTo>
                <a:lnTo>
                  <a:pt x="1343634" y="1128395"/>
                </a:lnTo>
                <a:lnTo>
                  <a:pt x="1365211" y="1088809"/>
                </a:lnTo>
                <a:lnTo>
                  <a:pt x="1384249" y="1047737"/>
                </a:lnTo>
                <a:lnTo>
                  <a:pt x="1400644" y="1005293"/>
                </a:lnTo>
                <a:lnTo>
                  <a:pt x="1414335" y="961428"/>
                </a:lnTo>
                <a:lnTo>
                  <a:pt x="1425105" y="916647"/>
                </a:lnTo>
                <a:lnTo>
                  <a:pt x="1432941" y="870673"/>
                </a:lnTo>
                <a:lnTo>
                  <a:pt x="1437728" y="823722"/>
                </a:lnTo>
                <a:lnTo>
                  <a:pt x="1439341" y="775906"/>
                </a:lnTo>
                <a:close/>
              </a:path>
              <a:path w="1476375" h="1552575">
                <a:moveTo>
                  <a:pt x="1475994" y="1545831"/>
                </a:moveTo>
                <a:lnTo>
                  <a:pt x="1468374" y="1506931"/>
                </a:lnTo>
                <a:lnTo>
                  <a:pt x="1437055" y="1346720"/>
                </a:lnTo>
                <a:lnTo>
                  <a:pt x="1280223" y="1506931"/>
                </a:lnTo>
                <a:lnTo>
                  <a:pt x="1475994" y="1545831"/>
                </a:lnTo>
                <a:close/>
              </a:path>
            </a:pathLst>
          </a:custGeom>
          <a:solidFill>
            <a:srgbClr val="D5DEEB">
              <a:alpha val="60998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3956" y="5584631"/>
            <a:ext cx="7837170" cy="14198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150" spc="-10">
                <a:solidFill>
                  <a:srgbClr val="07A793"/>
                </a:solidFill>
              </a:rPr>
              <a:t>CONCLUSION</a:t>
            </a:r>
            <a:endParaRPr sz="9150"/>
          </a:p>
        </p:txBody>
      </p:sp>
      <p:sp>
        <p:nvSpPr>
          <p:cNvPr id="3" name="object 3" descr=""/>
          <p:cNvSpPr txBox="1"/>
          <p:nvPr/>
        </p:nvSpPr>
        <p:spPr>
          <a:xfrm>
            <a:off x="1488136" y="930275"/>
            <a:ext cx="1720850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0" spc="-25">
                <a:solidFill>
                  <a:srgbClr val="F5F5F7"/>
                </a:solidFill>
                <a:latin typeface="Microsoft Sans Serif"/>
                <a:cs typeface="Microsoft Sans Serif"/>
              </a:rPr>
              <a:t>05</a:t>
            </a:r>
            <a:endParaRPr sz="12000">
              <a:latin typeface="Microsoft Sans Serif"/>
              <a:cs typeface="Microsoft Sans Serif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6650" y="7197531"/>
            <a:ext cx="16891350" cy="431394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9879696" y="1028700"/>
            <a:ext cx="7381875" cy="4476750"/>
            <a:chOff x="9879696" y="1028700"/>
            <a:chExt cx="7381875" cy="4476750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302850" y="1028700"/>
              <a:ext cx="1880455" cy="1236040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2400646" y="3485288"/>
              <a:ext cx="2294255" cy="1370330"/>
            </a:xfrm>
            <a:custGeom>
              <a:avLst/>
              <a:gdLst/>
              <a:ahLst/>
              <a:cxnLst/>
              <a:rect l="l" t="t" r="r" b="b"/>
              <a:pathLst>
                <a:path w="2294255" h="1370329">
                  <a:moveTo>
                    <a:pt x="1151066" y="1370047"/>
                  </a:moveTo>
                  <a:lnTo>
                    <a:pt x="1098130" y="1369341"/>
                  </a:lnTo>
                  <a:lnTo>
                    <a:pt x="1045288" y="1367225"/>
                  </a:lnTo>
                  <a:lnTo>
                    <a:pt x="992631" y="1363700"/>
                  </a:lnTo>
                  <a:lnTo>
                    <a:pt x="940248" y="1358767"/>
                  </a:lnTo>
                  <a:lnTo>
                    <a:pt x="888230" y="1352428"/>
                  </a:lnTo>
                  <a:lnTo>
                    <a:pt x="836667" y="1344685"/>
                  </a:lnTo>
                  <a:lnTo>
                    <a:pt x="785649" y="1335538"/>
                  </a:lnTo>
                  <a:lnTo>
                    <a:pt x="735266" y="1324990"/>
                  </a:lnTo>
                  <a:lnTo>
                    <a:pt x="685608" y="1313042"/>
                  </a:lnTo>
                  <a:lnTo>
                    <a:pt x="636766" y="1299695"/>
                  </a:lnTo>
                  <a:lnTo>
                    <a:pt x="588829" y="1284950"/>
                  </a:lnTo>
                  <a:lnTo>
                    <a:pt x="541888" y="1268810"/>
                  </a:lnTo>
                  <a:lnTo>
                    <a:pt x="496033" y="1251276"/>
                  </a:lnTo>
                  <a:lnTo>
                    <a:pt x="451354" y="1232349"/>
                  </a:lnTo>
                  <a:lnTo>
                    <a:pt x="407941" y="1212031"/>
                  </a:lnTo>
                  <a:lnTo>
                    <a:pt x="365885" y="1190323"/>
                  </a:lnTo>
                  <a:lnTo>
                    <a:pt x="325275" y="1167226"/>
                  </a:lnTo>
                  <a:lnTo>
                    <a:pt x="274335" y="1134680"/>
                  </a:lnTo>
                  <a:lnTo>
                    <a:pt x="227710" y="1100711"/>
                  </a:lnTo>
                  <a:lnTo>
                    <a:pt x="185405" y="1065452"/>
                  </a:lnTo>
                  <a:lnTo>
                    <a:pt x="147427" y="1029034"/>
                  </a:lnTo>
                  <a:lnTo>
                    <a:pt x="113779" y="991590"/>
                  </a:lnTo>
                  <a:lnTo>
                    <a:pt x="84469" y="953249"/>
                  </a:lnTo>
                  <a:lnTo>
                    <a:pt x="59502" y="914145"/>
                  </a:lnTo>
                  <a:lnTo>
                    <a:pt x="38882" y="874408"/>
                  </a:lnTo>
                  <a:lnTo>
                    <a:pt x="22617" y="834171"/>
                  </a:lnTo>
                  <a:lnTo>
                    <a:pt x="10711" y="793565"/>
                  </a:lnTo>
                  <a:lnTo>
                    <a:pt x="3170" y="752722"/>
                  </a:lnTo>
                  <a:lnTo>
                    <a:pt x="0" y="711773"/>
                  </a:lnTo>
                  <a:lnTo>
                    <a:pt x="1205" y="670851"/>
                  </a:lnTo>
                  <a:lnTo>
                    <a:pt x="6793" y="630086"/>
                  </a:lnTo>
                  <a:lnTo>
                    <a:pt x="16768" y="589610"/>
                  </a:lnTo>
                  <a:lnTo>
                    <a:pt x="31136" y="549556"/>
                  </a:lnTo>
                  <a:lnTo>
                    <a:pt x="49902" y="510054"/>
                  </a:lnTo>
                  <a:lnTo>
                    <a:pt x="73072" y="471236"/>
                  </a:lnTo>
                  <a:lnTo>
                    <a:pt x="107514" y="422769"/>
                  </a:lnTo>
                  <a:lnTo>
                    <a:pt x="151911" y="371435"/>
                  </a:lnTo>
                  <a:lnTo>
                    <a:pt x="182933" y="339921"/>
                  </a:lnTo>
                  <a:lnTo>
                    <a:pt x="215464" y="310066"/>
                  </a:lnTo>
                  <a:lnTo>
                    <a:pt x="264427" y="270251"/>
                  </a:lnTo>
                  <a:lnTo>
                    <a:pt x="315144" y="233907"/>
                  </a:lnTo>
                  <a:lnTo>
                    <a:pt x="361372" y="203902"/>
                  </a:lnTo>
                  <a:lnTo>
                    <a:pt x="396873" y="183102"/>
                  </a:lnTo>
                  <a:lnTo>
                    <a:pt x="463141" y="149575"/>
                  </a:lnTo>
                  <a:lnTo>
                    <a:pt x="498010" y="133104"/>
                  </a:lnTo>
                  <a:lnTo>
                    <a:pt x="551602" y="109326"/>
                  </a:lnTo>
                  <a:lnTo>
                    <a:pt x="597645" y="91884"/>
                  </a:lnTo>
                  <a:lnTo>
                    <a:pt x="671019" y="68172"/>
                  </a:lnTo>
                  <a:lnTo>
                    <a:pt x="736427" y="49736"/>
                  </a:lnTo>
                  <a:lnTo>
                    <a:pt x="775579" y="40443"/>
                  </a:lnTo>
                  <a:lnTo>
                    <a:pt x="838051" y="32495"/>
                  </a:lnTo>
                  <a:lnTo>
                    <a:pt x="874595" y="27427"/>
                  </a:lnTo>
                  <a:lnTo>
                    <a:pt x="930842" y="13682"/>
                  </a:lnTo>
                  <a:lnTo>
                    <a:pt x="974937" y="8274"/>
                  </a:lnTo>
                  <a:lnTo>
                    <a:pt x="1023721" y="4259"/>
                  </a:lnTo>
                  <a:lnTo>
                    <a:pt x="1099096" y="594"/>
                  </a:lnTo>
                  <a:lnTo>
                    <a:pt x="1131960" y="0"/>
                  </a:lnTo>
                  <a:lnTo>
                    <a:pt x="1131759" y="200"/>
                  </a:lnTo>
                  <a:lnTo>
                    <a:pt x="1148759" y="355"/>
                  </a:lnTo>
                  <a:lnTo>
                    <a:pt x="1238754" y="2816"/>
                  </a:lnTo>
                  <a:lnTo>
                    <a:pt x="1289921" y="6184"/>
                  </a:lnTo>
                  <a:lnTo>
                    <a:pt x="1337105" y="10958"/>
                  </a:lnTo>
                  <a:lnTo>
                    <a:pt x="1396810" y="18939"/>
                  </a:lnTo>
                  <a:lnTo>
                    <a:pt x="1467626" y="30986"/>
                  </a:lnTo>
                  <a:lnTo>
                    <a:pt x="1513111" y="40327"/>
                  </a:lnTo>
                  <a:lnTo>
                    <a:pt x="1560575" y="51773"/>
                  </a:lnTo>
                  <a:lnTo>
                    <a:pt x="1607942" y="64726"/>
                  </a:lnTo>
                  <a:lnTo>
                    <a:pt x="1653138" y="78588"/>
                  </a:lnTo>
                  <a:lnTo>
                    <a:pt x="1694085" y="92758"/>
                  </a:lnTo>
                  <a:lnTo>
                    <a:pt x="1764074" y="120116"/>
                  </a:lnTo>
                  <a:lnTo>
                    <a:pt x="1813115" y="141811"/>
                  </a:lnTo>
                  <a:lnTo>
                    <a:pt x="1867272" y="168683"/>
                  </a:lnTo>
                  <a:lnTo>
                    <a:pt x="1923360" y="200607"/>
                  </a:lnTo>
                  <a:lnTo>
                    <a:pt x="1979230" y="236202"/>
                  </a:lnTo>
                  <a:lnTo>
                    <a:pt x="2015903" y="262029"/>
                  </a:lnTo>
                  <a:lnTo>
                    <a:pt x="2056274" y="293416"/>
                  </a:lnTo>
                  <a:lnTo>
                    <a:pt x="2098747" y="330518"/>
                  </a:lnTo>
                  <a:lnTo>
                    <a:pt x="2141727" y="373491"/>
                  </a:lnTo>
                  <a:lnTo>
                    <a:pt x="2183618" y="422492"/>
                  </a:lnTo>
                  <a:lnTo>
                    <a:pt x="2222825" y="477675"/>
                  </a:lnTo>
                  <a:lnTo>
                    <a:pt x="2244908" y="515673"/>
                  </a:lnTo>
                  <a:lnTo>
                    <a:pt x="2262890" y="554231"/>
                  </a:lnTo>
                  <a:lnTo>
                    <a:pt x="2276778" y="593234"/>
                  </a:lnTo>
                  <a:lnTo>
                    <a:pt x="2286576" y="632565"/>
                  </a:lnTo>
                  <a:lnTo>
                    <a:pt x="2292288" y="672111"/>
                  </a:lnTo>
                  <a:lnTo>
                    <a:pt x="2293921" y="711755"/>
                  </a:lnTo>
                  <a:lnTo>
                    <a:pt x="2291478" y="751381"/>
                  </a:lnTo>
                  <a:lnTo>
                    <a:pt x="2284965" y="790875"/>
                  </a:lnTo>
                  <a:lnTo>
                    <a:pt x="2274386" y="830120"/>
                  </a:lnTo>
                  <a:lnTo>
                    <a:pt x="2259747" y="869002"/>
                  </a:lnTo>
                  <a:lnTo>
                    <a:pt x="2241052" y="907405"/>
                  </a:lnTo>
                  <a:lnTo>
                    <a:pt x="2218307" y="945213"/>
                  </a:lnTo>
                  <a:lnTo>
                    <a:pt x="2191516" y="982311"/>
                  </a:lnTo>
                  <a:lnTo>
                    <a:pt x="2160684" y="1018584"/>
                  </a:lnTo>
                  <a:lnTo>
                    <a:pt x="2125817" y="1053916"/>
                  </a:lnTo>
                  <a:lnTo>
                    <a:pt x="2086918" y="1088191"/>
                  </a:lnTo>
                  <a:lnTo>
                    <a:pt x="2043994" y="1121295"/>
                  </a:lnTo>
                  <a:lnTo>
                    <a:pt x="1997048" y="1153111"/>
                  </a:lnTo>
                  <a:lnTo>
                    <a:pt x="1946086" y="1183524"/>
                  </a:lnTo>
                  <a:lnTo>
                    <a:pt x="1903750" y="1206177"/>
                  </a:lnTo>
                  <a:lnTo>
                    <a:pt x="1859990" y="1227356"/>
                  </a:lnTo>
                  <a:lnTo>
                    <a:pt x="1814902" y="1247062"/>
                  </a:lnTo>
                  <a:lnTo>
                    <a:pt x="1768581" y="1265298"/>
                  </a:lnTo>
                  <a:lnTo>
                    <a:pt x="1721121" y="1282064"/>
                  </a:lnTo>
                  <a:lnTo>
                    <a:pt x="1672618" y="1297363"/>
                  </a:lnTo>
                  <a:lnTo>
                    <a:pt x="1623167" y="1311197"/>
                  </a:lnTo>
                  <a:lnTo>
                    <a:pt x="1572861" y="1323567"/>
                  </a:lnTo>
                  <a:lnTo>
                    <a:pt x="1521797" y="1334475"/>
                  </a:lnTo>
                  <a:lnTo>
                    <a:pt x="1470069" y="1343923"/>
                  </a:lnTo>
                  <a:lnTo>
                    <a:pt x="1417771" y="1351913"/>
                  </a:lnTo>
                  <a:lnTo>
                    <a:pt x="1364999" y="1358446"/>
                  </a:lnTo>
                  <a:lnTo>
                    <a:pt x="1311848" y="1363524"/>
                  </a:lnTo>
                  <a:lnTo>
                    <a:pt x="1258412" y="1367149"/>
                  </a:lnTo>
                  <a:lnTo>
                    <a:pt x="1204787" y="1369323"/>
                  </a:lnTo>
                  <a:lnTo>
                    <a:pt x="1151066" y="1370047"/>
                  </a:lnTo>
                  <a:close/>
                </a:path>
              </a:pathLst>
            </a:custGeom>
            <a:solidFill>
              <a:srgbClr val="ABBC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2616307" y="3602798"/>
              <a:ext cx="191770" cy="893444"/>
            </a:xfrm>
            <a:custGeom>
              <a:avLst/>
              <a:gdLst/>
              <a:ahLst/>
              <a:cxnLst/>
              <a:rect l="l" t="t" r="r" b="b"/>
              <a:pathLst>
                <a:path w="191770" h="893445">
                  <a:moveTo>
                    <a:pt x="83058" y="858977"/>
                  </a:moveTo>
                  <a:lnTo>
                    <a:pt x="52285" y="836041"/>
                  </a:lnTo>
                  <a:lnTo>
                    <a:pt x="37211" y="805853"/>
                  </a:lnTo>
                  <a:lnTo>
                    <a:pt x="60337" y="461378"/>
                  </a:lnTo>
                  <a:lnTo>
                    <a:pt x="43446" y="448500"/>
                  </a:lnTo>
                  <a:lnTo>
                    <a:pt x="42240" y="448297"/>
                  </a:lnTo>
                  <a:lnTo>
                    <a:pt x="42037" y="447903"/>
                  </a:lnTo>
                  <a:lnTo>
                    <a:pt x="38608" y="446493"/>
                  </a:lnTo>
                  <a:lnTo>
                    <a:pt x="35191" y="446087"/>
                  </a:lnTo>
                  <a:lnTo>
                    <a:pt x="32181" y="446087"/>
                  </a:lnTo>
                  <a:lnTo>
                    <a:pt x="29768" y="447294"/>
                  </a:lnTo>
                  <a:lnTo>
                    <a:pt x="27952" y="449110"/>
                  </a:lnTo>
                  <a:lnTo>
                    <a:pt x="26949" y="449910"/>
                  </a:lnTo>
                  <a:lnTo>
                    <a:pt x="25742" y="452120"/>
                  </a:lnTo>
                  <a:lnTo>
                    <a:pt x="25133" y="454342"/>
                  </a:lnTo>
                  <a:lnTo>
                    <a:pt x="0" y="827582"/>
                  </a:lnTo>
                  <a:lnTo>
                    <a:pt x="736" y="835634"/>
                  </a:lnTo>
                  <a:lnTo>
                    <a:pt x="58724" y="890358"/>
                  </a:lnTo>
                  <a:lnTo>
                    <a:pt x="66967" y="892975"/>
                  </a:lnTo>
                  <a:lnTo>
                    <a:pt x="67373" y="892581"/>
                  </a:lnTo>
                  <a:lnTo>
                    <a:pt x="70192" y="892581"/>
                  </a:lnTo>
                  <a:lnTo>
                    <a:pt x="73812" y="890562"/>
                  </a:lnTo>
                  <a:lnTo>
                    <a:pt x="76225" y="888352"/>
                  </a:lnTo>
                  <a:lnTo>
                    <a:pt x="83058" y="858977"/>
                  </a:lnTo>
                  <a:close/>
                </a:path>
                <a:path w="191770" h="893445">
                  <a:moveTo>
                    <a:pt x="191465" y="428790"/>
                  </a:moveTo>
                  <a:lnTo>
                    <a:pt x="94729" y="343268"/>
                  </a:lnTo>
                  <a:lnTo>
                    <a:pt x="87807" y="334810"/>
                  </a:lnTo>
                  <a:lnTo>
                    <a:pt x="82829" y="325234"/>
                  </a:lnTo>
                  <a:lnTo>
                    <a:pt x="80391" y="315620"/>
                  </a:lnTo>
                  <a:lnTo>
                    <a:pt x="81051" y="307047"/>
                  </a:lnTo>
                  <a:lnTo>
                    <a:pt x="163309" y="9867"/>
                  </a:lnTo>
                  <a:lnTo>
                    <a:pt x="149834" y="1816"/>
                  </a:lnTo>
                  <a:lnTo>
                    <a:pt x="145008" y="406"/>
                  </a:lnTo>
                  <a:lnTo>
                    <a:pt x="142798" y="406"/>
                  </a:lnTo>
                  <a:lnTo>
                    <a:pt x="143395" y="0"/>
                  </a:lnTo>
                  <a:lnTo>
                    <a:pt x="140576" y="0"/>
                  </a:lnTo>
                  <a:lnTo>
                    <a:pt x="138366" y="1003"/>
                  </a:lnTo>
                  <a:lnTo>
                    <a:pt x="133134" y="6235"/>
                  </a:lnTo>
                  <a:lnTo>
                    <a:pt x="132943" y="8648"/>
                  </a:lnTo>
                  <a:lnTo>
                    <a:pt x="43840" y="328383"/>
                  </a:lnTo>
                  <a:lnTo>
                    <a:pt x="57924" y="364998"/>
                  </a:lnTo>
                  <a:lnTo>
                    <a:pt x="163309" y="458558"/>
                  </a:lnTo>
                  <a:lnTo>
                    <a:pt x="165112" y="459371"/>
                  </a:lnTo>
                  <a:lnTo>
                    <a:pt x="167728" y="461175"/>
                  </a:lnTo>
                  <a:lnTo>
                    <a:pt x="171958" y="461987"/>
                  </a:lnTo>
                  <a:lnTo>
                    <a:pt x="175780" y="461987"/>
                  </a:lnTo>
                  <a:lnTo>
                    <a:pt x="178193" y="461175"/>
                  </a:lnTo>
                  <a:lnTo>
                    <a:pt x="181203" y="459574"/>
                  </a:lnTo>
                  <a:lnTo>
                    <a:pt x="183413" y="457352"/>
                  </a:lnTo>
                  <a:lnTo>
                    <a:pt x="191465" y="428790"/>
                  </a:lnTo>
                  <a:close/>
                </a:path>
              </a:pathLst>
            </a:custGeom>
            <a:solidFill>
              <a:srgbClr val="7986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2758704" y="3327739"/>
              <a:ext cx="1828164" cy="1056640"/>
            </a:xfrm>
            <a:custGeom>
              <a:avLst/>
              <a:gdLst/>
              <a:ahLst/>
              <a:cxnLst/>
              <a:rect l="l" t="t" r="r" b="b"/>
              <a:pathLst>
                <a:path w="1828165" h="1056639">
                  <a:moveTo>
                    <a:pt x="1323760" y="1010482"/>
                  </a:moveTo>
                  <a:lnTo>
                    <a:pt x="465990" y="515100"/>
                  </a:lnTo>
                  <a:lnTo>
                    <a:pt x="271911" y="178876"/>
                  </a:lnTo>
                  <a:lnTo>
                    <a:pt x="0" y="21730"/>
                  </a:lnTo>
                  <a:lnTo>
                    <a:pt x="37005" y="0"/>
                  </a:lnTo>
                  <a:lnTo>
                    <a:pt x="36804" y="0"/>
                  </a:lnTo>
                  <a:lnTo>
                    <a:pt x="309118" y="157145"/>
                  </a:lnTo>
                  <a:lnTo>
                    <a:pt x="502996" y="493369"/>
                  </a:lnTo>
                  <a:lnTo>
                    <a:pt x="1360765" y="988751"/>
                  </a:lnTo>
                  <a:lnTo>
                    <a:pt x="1361820" y="988751"/>
                  </a:lnTo>
                  <a:lnTo>
                    <a:pt x="1323760" y="1010482"/>
                  </a:lnTo>
                  <a:close/>
                </a:path>
                <a:path w="1828165" h="1056639">
                  <a:moveTo>
                    <a:pt x="1361820" y="988751"/>
                  </a:moveTo>
                  <a:lnTo>
                    <a:pt x="1360765" y="988751"/>
                  </a:lnTo>
                  <a:lnTo>
                    <a:pt x="1556051" y="877482"/>
                  </a:lnTo>
                  <a:lnTo>
                    <a:pt x="1593680" y="899213"/>
                  </a:lnTo>
                  <a:lnTo>
                    <a:pt x="1518643" y="899213"/>
                  </a:lnTo>
                  <a:lnTo>
                    <a:pt x="1361820" y="988751"/>
                  </a:lnTo>
                  <a:close/>
                </a:path>
                <a:path w="1828165" h="1056639">
                  <a:moveTo>
                    <a:pt x="1791159" y="1056358"/>
                  </a:moveTo>
                  <a:lnTo>
                    <a:pt x="1518643" y="899213"/>
                  </a:lnTo>
                  <a:lnTo>
                    <a:pt x="1593680" y="899213"/>
                  </a:lnTo>
                  <a:lnTo>
                    <a:pt x="1828164" y="1034628"/>
                  </a:lnTo>
                  <a:lnTo>
                    <a:pt x="1791159" y="1056358"/>
                  </a:lnTo>
                  <a:close/>
                </a:path>
              </a:pathLst>
            </a:custGeom>
            <a:solidFill>
              <a:srgbClr val="81A6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4256834" y="4078257"/>
              <a:ext cx="293370" cy="306070"/>
            </a:xfrm>
            <a:custGeom>
              <a:avLst/>
              <a:gdLst/>
              <a:ahLst/>
              <a:cxnLst/>
              <a:rect l="l" t="t" r="r" b="b"/>
              <a:pathLst>
                <a:path w="293369" h="306070">
                  <a:moveTo>
                    <a:pt x="293029" y="306042"/>
                  </a:moveTo>
                  <a:lnTo>
                    <a:pt x="20514" y="148896"/>
                  </a:lnTo>
                  <a:lnTo>
                    <a:pt x="0" y="41851"/>
                  </a:lnTo>
                  <a:lnTo>
                    <a:pt x="234101" y="0"/>
                  </a:lnTo>
                  <a:lnTo>
                    <a:pt x="293029" y="306042"/>
                  </a:lnTo>
                  <a:close/>
                </a:path>
              </a:pathLst>
            </a:custGeom>
            <a:solidFill>
              <a:srgbClr val="DDE7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4492745" y="4078257"/>
              <a:ext cx="94615" cy="306070"/>
            </a:xfrm>
            <a:custGeom>
              <a:avLst/>
              <a:gdLst/>
              <a:ahLst/>
              <a:cxnLst/>
              <a:rect l="l" t="t" r="r" b="b"/>
              <a:pathLst>
                <a:path w="94615" h="306070">
                  <a:moveTo>
                    <a:pt x="57117" y="305841"/>
                  </a:moveTo>
                  <a:lnTo>
                    <a:pt x="0" y="15694"/>
                  </a:lnTo>
                  <a:lnTo>
                    <a:pt x="34190" y="0"/>
                  </a:lnTo>
                  <a:lnTo>
                    <a:pt x="94123" y="284110"/>
                  </a:lnTo>
                  <a:lnTo>
                    <a:pt x="57117" y="305841"/>
                  </a:lnTo>
                  <a:close/>
                </a:path>
              </a:pathLst>
            </a:custGeom>
            <a:solidFill>
              <a:srgbClr val="7986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2454211" y="3512653"/>
              <a:ext cx="1828800" cy="1056640"/>
            </a:xfrm>
            <a:custGeom>
              <a:avLst/>
              <a:gdLst/>
              <a:ahLst/>
              <a:cxnLst/>
              <a:rect l="l" t="t" r="r" b="b"/>
              <a:pathLst>
                <a:path w="1828800" h="1056639">
                  <a:moveTo>
                    <a:pt x="1791159" y="1056560"/>
                  </a:moveTo>
                  <a:lnTo>
                    <a:pt x="1519247" y="899414"/>
                  </a:lnTo>
                  <a:lnTo>
                    <a:pt x="1324363" y="1010885"/>
                  </a:lnTo>
                  <a:lnTo>
                    <a:pt x="466393" y="515100"/>
                  </a:lnTo>
                  <a:lnTo>
                    <a:pt x="272515" y="178876"/>
                  </a:lnTo>
                  <a:lnTo>
                    <a:pt x="0" y="21730"/>
                  </a:lnTo>
                  <a:lnTo>
                    <a:pt x="37407" y="0"/>
                  </a:lnTo>
                  <a:lnTo>
                    <a:pt x="309521" y="157548"/>
                  </a:lnTo>
                  <a:lnTo>
                    <a:pt x="503399" y="493571"/>
                  </a:lnTo>
                  <a:lnTo>
                    <a:pt x="1361369" y="988953"/>
                  </a:lnTo>
                  <a:lnTo>
                    <a:pt x="1556253" y="877683"/>
                  </a:lnTo>
                  <a:lnTo>
                    <a:pt x="1828567" y="1034829"/>
                  </a:lnTo>
                  <a:lnTo>
                    <a:pt x="1791159" y="1056560"/>
                  </a:lnTo>
                  <a:close/>
                </a:path>
              </a:pathLst>
            </a:custGeom>
            <a:solidFill>
              <a:srgbClr val="81A6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3952743" y="4263171"/>
              <a:ext cx="292735" cy="306070"/>
            </a:xfrm>
            <a:custGeom>
              <a:avLst/>
              <a:gdLst/>
              <a:ahLst/>
              <a:cxnLst/>
              <a:rect l="l" t="t" r="r" b="b"/>
              <a:pathLst>
                <a:path w="292734" h="306070">
                  <a:moveTo>
                    <a:pt x="292627" y="306042"/>
                  </a:moveTo>
                  <a:lnTo>
                    <a:pt x="20715" y="148896"/>
                  </a:lnTo>
                  <a:lnTo>
                    <a:pt x="0" y="41851"/>
                  </a:lnTo>
                  <a:lnTo>
                    <a:pt x="234302" y="0"/>
                  </a:lnTo>
                  <a:lnTo>
                    <a:pt x="292627" y="306042"/>
                  </a:lnTo>
                  <a:close/>
                </a:path>
              </a:pathLst>
            </a:custGeom>
            <a:solidFill>
              <a:srgbClr val="DDE7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4188856" y="4263171"/>
              <a:ext cx="93980" cy="306070"/>
            </a:xfrm>
            <a:custGeom>
              <a:avLst/>
              <a:gdLst/>
              <a:ahLst/>
              <a:cxnLst/>
              <a:rect l="l" t="t" r="r" b="b"/>
              <a:pathLst>
                <a:path w="93980" h="306070">
                  <a:moveTo>
                    <a:pt x="56514" y="305841"/>
                  </a:moveTo>
                  <a:lnTo>
                    <a:pt x="0" y="16298"/>
                  </a:lnTo>
                  <a:lnTo>
                    <a:pt x="33787" y="0"/>
                  </a:lnTo>
                  <a:lnTo>
                    <a:pt x="93922" y="284110"/>
                  </a:lnTo>
                  <a:lnTo>
                    <a:pt x="56514" y="305841"/>
                  </a:lnTo>
                  <a:close/>
                </a:path>
              </a:pathLst>
            </a:custGeom>
            <a:solidFill>
              <a:srgbClr val="7986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4219828" y="2121880"/>
              <a:ext cx="1938655" cy="1189990"/>
            </a:xfrm>
            <a:custGeom>
              <a:avLst/>
              <a:gdLst/>
              <a:ahLst/>
              <a:cxnLst/>
              <a:rect l="l" t="t" r="r" b="b"/>
              <a:pathLst>
                <a:path w="1938655" h="1189989">
                  <a:moveTo>
                    <a:pt x="0" y="1189963"/>
                  </a:moveTo>
                  <a:lnTo>
                    <a:pt x="0" y="1127185"/>
                  </a:lnTo>
                  <a:lnTo>
                    <a:pt x="1938578" y="0"/>
                  </a:lnTo>
                  <a:lnTo>
                    <a:pt x="1938176" y="62576"/>
                  </a:lnTo>
                  <a:lnTo>
                    <a:pt x="0" y="1189963"/>
                  </a:lnTo>
                  <a:close/>
                </a:path>
              </a:pathLst>
            </a:custGeom>
            <a:solidFill>
              <a:srgbClr val="67B9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4164923" y="2090290"/>
              <a:ext cx="1993900" cy="1159510"/>
            </a:xfrm>
            <a:custGeom>
              <a:avLst/>
              <a:gdLst/>
              <a:ahLst/>
              <a:cxnLst/>
              <a:rect l="l" t="t" r="r" b="b"/>
              <a:pathLst>
                <a:path w="1993900" h="1159510">
                  <a:moveTo>
                    <a:pt x="54905" y="1158976"/>
                  </a:moveTo>
                  <a:lnTo>
                    <a:pt x="0" y="1127386"/>
                  </a:lnTo>
                  <a:lnTo>
                    <a:pt x="1938779" y="0"/>
                  </a:lnTo>
                  <a:lnTo>
                    <a:pt x="1993483" y="31590"/>
                  </a:lnTo>
                  <a:lnTo>
                    <a:pt x="54905" y="1158976"/>
                  </a:lnTo>
                  <a:close/>
                </a:path>
              </a:pathLst>
            </a:custGeom>
            <a:solidFill>
              <a:srgbClr val="D5DE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4164923" y="3217677"/>
              <a:ext cx="55244" cy="94615"/>
            </a:xfrm>
            <a:custGeom>
              <a:avLst/>
              <a:gdLst/>
              <a:ahLst/>
              <a:cxnLst/>
              <a:rect l="l" t="t" r="r" b="b"/>
              <a:pathLst>
                <a:path w="55244" h="94614">
                  <a:moveTo>
                    <a:pt x="54905" y="94368"/>
                  </a:moveTo>
                  <a:lnTo>
                    <a:pt x="0" y="62777"/>
                  </a:lnTo>
                  <a:lnTo>
                    <a:pt x="0" y="0"/>
                  </a:lnTo>
                  <a:lnTo>
                    <a:pt x="54905" y="31590"/>
                  </a:lnTo>
                  <a:lnTo>
                    <a:pt x="54905" y="94368"/>
                  </a:lnTo>
                  <a:close/>
                </a:path>
              </a:pathLst>
            </a:custGeom>
            <a:solidFill>
              <a:srgbClr val="7986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4220029" y="1972380"/>
              <a:ext cx="1938655" cy="1190625"/>
            </a:xfrm>
            <a:custGeom>
              <a:avLst/>
              <a:gdLst/>
              <a:ahLst/>
              <a:cxnLst/>
              <a:rect l="l" t="t" r="r" b="b"/>
              <a:pathLst>
                <a:path w="1938655" h="1190625">
                  <a:moveTo>
                    <a:pt x="0" y="1190164"/>
                  </a:moveTo>
                  <a:lnTo>
                    <a:pt x="0" y="1127386"/>
                  </a:lnTo>
                  <a:lnTo>
                    <a:pt x="1938578" y="0"/>
                  </a:lnTo>
                  <a:lnTo>
                    <a:pt x="1938377" y="62777"/>
                  </a:lnTo>
                  <a:lnTo>
                    <a:pt x="0" y="1190164"/>
                  </a:lnTo>
                  <a:close/>
                </a:path>
              </a:pathLst>
            </a:custGeom>
            <a:solidFill>
              <a:srgbClr val="67B9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4165727" y="1940790"/>
              <a:ext cx="1993264" cy="1158875"/>
            </a:xfrm>
            <a:custGeom>
              <a:avLst/>
              <a:gdLst/>
              <a:ahLst/>
              <a:cxnLst/>
              <a:rect l="l" t="t" r="r" b="b"/>
              <a:pathLst>
                <a:path w="1993265" h="1158875">
                  <a:moveTo>
                    <a:pt x="54100" y="1158775"/>
                  </a:moveTo>
                  <a:lnTo>
                    <a:pt x="0" y="1126783"/>
                  </a:lnTo>
                  <a:lnTo>
                    <a:pt x="1938176" y="0"/>
                  </a:lnTo>
                  <a:lnTo>
                    <a:pt x="1992880" y="31590"/>
                  </a:lnTo>
                  <a:lnTo>
                    <a:pt x="54100" y="1158775"/>
                  </a:lnTo>
                  <a:close/>
                </a:path>
              </a:pathLst>
            </a:custGeom>
            <a:solidFill>
              <a:srgbClr val="D5DE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4165526" y="3067573"/>
              <a:ext cx="55244" cy="95250"/>
            </a:xfrm>
            <a:custGeom>
              <a:avLst/>
              <a:gdLst/>
              <a:ahLst/>
              <a:cxnLst/>
              <a:rect l="l" t="t" r="r" b="b"/>
              <a:pathLst>
                <a:path w="55244" h="95250">
                  <a:moveTo>
                    <a:pt x="54704" y="94770"/>
                  </a:moveTo>
                  <a:lnTo>
                    <a:pt x="0" y="63180"/>
                  </a:lnTo>
                  <a:lnTo>
                    <a:pt x="402" y="0"/>
                  </a:lnTo>
                  <a:lnTo>
                    <a:pt x="603" y="0"/>
                  </a:lnTo>
                  <a:lnTo>
                    <a:pt x="54704" y="31992"/>
                  </a:lnTo>
                  <a:lnTo>
                    <a:pt x="54704" y="94770"/>
                  </a:lnTo>
                  <a:close/>
                </a:path>
              </a:pathLst>
            </a:custGeom>
            <a:solidFill>
              <a:srgbClr val="7986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60948" y="1028700"/>
              <a:ext cx="1880455" cy="1236040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10999925" y="2121880"/>
              <a:ext cx="1938655" cy="1190625"/>
            </a:xfrm>
            <a:custGeom>
              <a:avLst/>
              <a:gdLst/>
              <a:ahLst/>
              <a:cxnLst/>
              <a:rect l="l" t="t" r="r" b="b"/>
              <a:pathLst>
                <a:path w="1938654" h="1190625">
                  <a:moveTo>
                    <a:pt x="1938377" y="1190164"/>
                  </a:moveTo>
                  <a:lnTo>
                    <a:pt x="0" y="62777"/>
                  </a:lnTo>
                  <a:lnTo>
                    <a:pt x="0" y="0"/>
                  </a:lnTo>
                  <a:lnTo>
                    <a:pt x="1938377" y="1127386"/>
                  </a:lnTo>
                  <a:lnTo>
                    <a:pt x="1938377" y="1190164"/>
                  </a:lnTo>
                  <a:close/>
                </a:path>
              </a:pathLst>
            </a:custGeom>
            <a:solidFill>
              <a:srgbClr val="67B9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0999925" y="2090290"/>
              <a:ext cx="1993264" cy="1159510"/>
            </a:xfrm>
            <a:custGeom>
              <a:avLst/>
              <a:gdLst/>
              <a:ahLst/>
              <a:cxnLst/>
              <a:rect l="l" t="t" r="r" b="b"/>
              <a:pathLst>
                <a:path w="1993265" h="1159510">
                  <a:moveTo>
                    <a:pt x="1938377" y="1158976"/>
                  </a:moveTo>
                  <a:lnTo>
                    <a:pt x="0" y="31590"/>
                  </a:lnTo>
                  <a:lnTo>
                    <a:pt x="54503" y="0"/>
                  </a:lnTo>
                  <a:lnTo>
                    <a:pt x="1993081" y="1127386"/>
                  </a:lnTo>
                  <a:lnTo>
                    <a:pt x="1938377" y="1158976"/>
                  </a:lnTo>
                  <a:close/>
                </a:path>
              </a:pathLst>
            </a:custGeom>
            <a:solidFill>
              <a:srgbClr val="D5DE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2938101" y="3217677"/>
              <a:ext cx="55244" cy="94615"/>
            </a:xfrm>
            <a:custGeom>
              <a:avLst/>
              <a:gdLst/>
              <a:ahLst/>
              <a:cxnLst/>
              <a:rect l="l" t="t" r="r" b="b"/>
              <a:pathLst>
                <a:path w="55245" h="94614">
                  <a:moveTo>
                    <a:pt x="0" y="94368"/>
                  </a:moveTo>
                  <a:lnTo>
                    <a:pt x="0" y="31590"/>
                  </a:lnTo>
                  <a:lnTo>
                    <a:pt x="54704" y="0"/>
                  </a:lnTo>
                  <a:lnTo>
                    <a:pt x="54704" y="62777"/>
                  </a:lnTo>
                  <a:lnTo>
                    <a:pt x="0" y="94368"/>
                  </a:lnTo>
                  <a:close/>
                </a:path>
              </a:pathLst>
            </a:custGeom>
            <a:solidFill>
              <a:srgbClr val="7986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0999121" y="1972380"/>
              <a:ext cx="1938655" cy="1190625"/>
            </a:xfrm>
            <a:custGeom>
              <a:avLst/>
              <a:gdLst/>
              <a:ahLst/>
              <a:cxnLst/>
              <a:rect l="l" t="t" r="r" b="b"/>
              <a:pathLst>
                <a:path w="1938654" h="1190625">
                  <a:moveTo>
                    <a:pt x="1938578" y="1190164"/>
                  </a:moveTo>
                  <a:lnTo>
                    <a:pt x="402" y="62777"/>
                  </a:lnTo>
                  <a:lnTo>
                    <a:pt x="0" y="0"/>
                  </a:lnTo>
                  <a:lnTo>
                    <a:pt x="1938578" y="1127386"/>
                  </a:lnTo>
                  <a:lnTo>
                    <a:pt x="1938578" y="1190164"/>
                  </a:lnTo>
                  <a:close/>
                </a:path>
              </a:pathLst>
            </a:custGeom>
            <a:solidFill>
              <a:srgbClr val="67B9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0999121" y="1940790"/>
              <a:ext cx="1993264" cy="1159510"/>
            </a:xfrm>
            <a:custGeom>
              <a:avLst/>
              <a:gdLst/>
              <a:ahLst/>
              <a:cxnLst/>
              <a:rect l="l" t="t" r="r" b="b"/>
              <a:pathLst>
                <a:path w="1993265" h="1159510">
                  <a:moveTo>
                    <a:pt x="1938578" y="1158976"/>
                  </a:moveTo>
                  <a:lnTo>
                    <a:pt x="0" y="31590"/>
                  </a:lnTo>
                  <a:lnTo>
                    <a:pt x="55106" y="0"/>
                  </a:lnTo>
                  <a:lnTo>
                    <a:pt x="1993081" y="1126984"/>
                  </a:lnTo>
                  <a:lnTo>
                    <a:pt x="1938578" y="1158976"/>
                  </a:lnTo>
                  <a:close/>
                </a:path>
              </a:pathLst>
            </a:custGeom>
            <a:solidFill>
              <a:srgbClr val="D5DE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400646" y="2559261"/>
              <a:ext cx="2294122" cy="2514187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10861154" y="4133188"/>
              <a:ext cx="1938655" cy="1189990"/>
            </a:xfrm>
            <a:custGeom>
              <a:avLst/>
              <a:gdLst/>
              <a:ahLst/>
              <a:cxnLst/>
              <a:rect l="l" t="t" r="r" b="b"/>
              <a:pathLst>
                <a:path w="1938654" h="1189989">
                  <a:moveTo>
                    <a:pt x="0" y="1189963"/>
                  </a:moveTo>
                  <a:lnTo>
                    <a:pt x="0" y="1126984"/>
                  </a:lnTo>
                  <a:lnTo>
                    <a:pt x="1938578" y="0"/>
                  </a:lnTo>
                  <a:lnTo>
                    <a:pt x="1938176" y="62577"/>
                  </a:lnTo>
                  <a:lnTo>
                    <a:pt x="0" y="1189963"/>
                  </a:lnTo>
                  <a:close/>
                </a:path>
              </a:pathLst>
            </a:custGeom>
            <a:solidFill>
              <a:srgbClr val="67B9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0806851" y="4101598"/>
              <a:ext cx="1993264" cy="1158875"/>
            </a:xfrm>
            <a:custGeom>
              <a:avLst/>
              <a:gdLst/>
              <a:ahLst/>
              <a:cxnLst/>
              <a:rect l="l" t="t" r="r" b="b"/>
              <a:pathLst>
                <a:path w="1993265" h="1158875">
                  <a:moveTo>
                    <a:pt x="54503" y="1158574"/>
                  </a:moveTo>
                  <a:lnTo>
                    <a:pt x="0" y="1126783"/>
                  </a:lnTo>
                  <a:lnTo>
                    <a:pt x="1938377" y="0"/>
                  </a:lnTo>
                  <a:lnTo>
                    <a:pt x="1993081" y="31590"/>
                  </a:lnTo>
                  <a:lnTo>
                    <a:pt x="54503" y="1158574"/>
                  </a:lnTo>
                  <a:close/>
                </a:path>
              </a:pathLst>
            </a:custGeom>
            <a:solidFill>
              <a:srgbClr val="D5DE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0806443" y="3983494"/>
              <a:ext cx="1993900" cy="1339850"/>
            </a:xfrm>
            <a:custGeom>
              <a:avLst/>
              <a:gdLst/>
              <a:ahLst/>
              <a:cxnLst/>
              <a:rect l="l" t="t" r="r" b="b"/>
              <a:pathLst>
                <a:path w="1993900" h="1339850">
                  <a:moveTo>
                    <a:pt x="54902" y="1276680"/>
                  </a:moveTo>
                  <a:lnTo>
                    <a:pt x="406" y="1244892"/>
                  </a:lnTo>
                  <a:lnTo>
                    <a:pt x="0" y="1307668"/>
                  </a:lnTo>
                  <a:lnTo>
                    <a:pt x="54902" y="1339659"/>
                  </a:lnTo>
                  <a:lnTo>
                    <a:pt x="54902" y="1276680"/>
                  </a:lnTo>
                  <a:close/>
                </a:path>
                <a:path w="1993900" h="1339850">
                  <a:moveTo>
                    <a:pt x="1993480" y="0"/>
                  </a:moveTo>
                  <a:lnTo>
                    <a:pt x="55511" y="1127188"/>
                  </a:lnTo>
                  <a:lnTo>
                    <a:pt x="55105" y="1189964"/>
                  </a:lnTo>
                  <a:lnTo>
                    <a:pt x="1993480" y="62979"/>
                  </a:lnTo>
                  <a:lnTo>
                    <a:pt x="1993480" y="0"/>
                  </a:lnTo>
                  <a:close/>
                </a:path>
              </a:pathLst>
            </a:custGeom>
            <a:solidFill>
              <a:srgbClr val="67B9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0806851" y="3951696"/>
              <a:ext cx="1993900" cy="1159510"/>
            </a:xfrm>
            <a:custGeom>
              <a:avLst/>
              <a:gdLst/>
              <a:ahLst/>
              <a:cxnLst/>
              <a:rect l="l" t="t" r="r" b="b"/>
              <a:pathLst>
                <a:path w="1993900" h="1159510">
                  <a:moveTo>
                    <a:pt x="55106" y="1158976"/>
                  </a:moveTo>
                  <a:lnTo>
                    <a:pt x="0" y="1127185"/>
                  </a:lnTo>
                  <a:lnTo>
                    <a:pt x="1938578" y="0"/>
                  </a:lnTo>
                  <a:lnTo>
                    <a:pt x="1993283" y="31590"/>
                  </a:lnTo>
                  <a:lnTo>
                    <a:pt x="55106" y="1158976"/>
                  </a:lnTo>
                  <a:close/>
                </a:path>
              </a:pathLst>
            </a:custGeom>
            <a:solidFill>
              <a:srgbClr val="D5DE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0806849" y="4133189"/>
              <a:ext cx="5416550" cy="1190625"/>
            </a:xfrm>
            <a:custGeom>
              <a:avLst/>
              <a:gdLst/>
              <a:ahLst/>
              <a:cxnLst/>
              <a:rect l="l" t="t" r="r" b="b"/>
              <a:pathLst>
                <a:path w="5416550" h="1190625">
                  <a:moveTo>
                    <a:pt x="55105" y="977493"/>
                  </a:moveTo>
                  <a:lnTo>
                    <a:pt x="0" y="945692"/>
                  </a:lnTo>
                  <a:lnTo>
                    <a:pt x="0" y="1008481"/>
                  </a:lnTo>
                  <a:lnTo>
                    <a:pt x="54698" y="1040269"/>
                  </a:lnTo>
                  <a:lnTo>
                    <a:pt x="55105" y="977493"/>
                  </a:lnTo>
                  <a:close/>
                </a:path>
                <a:path w="5416550" h="1190625">
                  <a:moveTo>
                    <a:pt x="5416105" y="1126985"/>
                  </a:moveTo>
                  <a:lnTo>
                    <a:pt x="3477336" y="0"/>
                  </a:lnTo>
                  <a:lnTo>
                    <a:pt x="3477730" y="62788"/>
                  </a:lnTo>
                  <a:lnTo>
                    <a:pt x="5416105" y="1190167"/>
                  </a:lnTo>
                  <a:lnTo>
                    <a:pt x="5416105" y="1126985"/>
                  </a:lnTo>
                  <a:close/>
                </a:path>
              </a:pathLst>
            </a:custGeom>
            <a:solidFill>
              <a:srgbClr val="67B9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4284186" y="4101598"/>
              <a:ext cx="1993900" cy="1158875"/>
            </a:xfrm>
            <a:custGeom>
              <a:avLst/>
              <a:gdLst/>
              <a:ahLst/>
              <a:cxnLst/>
              <a:rect l="l" t="t" r="r" b="b"/>
              <a:pathLst>
                <a:path w="1993900" h="1158875">
                  <a:moveTo>
                    <a:pt x="1938779" y="1158574"/>
                  </a:moveTo>
                  <a:lnTo>
                    <a:pt x="0" y="31590"/>
                  </a:lnTo>
                  <a:lnTo>
                    <a:pt x="55106" y="0"/>
                  </a:lnTo>
                  <a:lnTo>
                    <a:pt x="1993483" y="1126782"/>
                  </a:lnTo>
                  <a:lnTo>
                    <a:pt x="1938779" y="1158574"/>
                  </a:lnTo>
                  <a:close/>
                </a:path>
              </a:pathLst>
            </a:custGeom>
            <a:solidFill>
              <a:srgbClr val="D5DE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4284185" y="3983494"/>
              <a:ext cx="1993900" cy="1339850"/>
            </a:xfrm>
            <a:custGeom>
              <a:avLst/>
              <a:gdLst/>
              <a:ahLst/>
              <a:cxnLst/>
              <a:rect l="l" t="t" r="r" b="b"/>
              <a:pathLst>
                <a:path w="1993900" h="1339850">
                  <a:moveTo>
                    <a:pt x="1938375" y="1127188"/>
                  </a:moveTo>
                  <a:lnTo>
                    <a:pt x="0" y="0"/>
                  </a:lnTo>
                  <a:lnTo>
                    <a:pt x="0" y="62979"/>
                  </a:lnTo>
                  <a:lnTo>
                    <a:pt x="1938375" y="1189964"/>
                  </a:lnTo>
                  <a:lnTo>
                    <a:pt x="1938375" y="1127188"/>
                  </a:lnTo>
                  <a:close/>
                </a:path>
                <a:path w="1993900" h="1339850">
                  <a:moveTo>
                    <a:pt x="1993480" y="1244892"/>
                  </a:moveTo>
                  <a:lnTo>
                    <a:pt x="1938769" y="1276680"/>
                  </a:lnTo>
                  <a:lnTo>
                    <a:pt x="1938769" y="1339659"/>
                  </a:lnTo>
                  <a:lnTo>
                    <a:pt x="1993480" y="1307668"/>
                  </a:lnTo>
                  <a:lnTo>
                    <a:pt x="1993480" y="1244892"/>
                  </a:lnTo>
                  <a:close/>
                </a:path>
              </a:pathLst>
            </a:custGeom>
            <a:solidFill>
              <a:srgbClr val="67B9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4284186" y="3951696"/>
              <a:ext cx="1993264" cy="1159510"/>
            </a:xfrm>
            <a:custGeom>
              <a:avLst/>
              <a:gdLst/>
              <a:ahLst/>
              <a:cxnLst/>
              <a:rect l="l" t="t" r="r" b="b"/>
              <a:pathLst>
                <a:path w="1993265" h="1159510">
                  <a:moveTo>
                    <a:pt x="1938377" y="1159178"/>
                  </a:moveTo>
                  <a:lnTo>
                    <a:pt x="0" y="31791"/>
                  </a:lnTo>
                  <a:lnTo>
                    <a:pt x="54503" y="0"/>
                  </a:lnTo>
                  <a:lnTo>
                    <a:pt x="1993081" y="1127386"/>
                  </a:lnTo>
                  <a:lnTo>
                    <a:pt x="1938377" y="1159178"/>
                  </a:lnTo>
                  <a:close/>
                </a:path>
              </a:pathLst>
            </a:custGeom>
            <a:solidFill>
              <a:srgbClr val="D5DE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79696" y="4146267"/>
              <a:ext cx="1880455" cy="1236040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381085" y="4269408"/>
              <a:ext cx="1880053" cy="1236041"/>
            </a:xfrm>
            <a:prstGeom prst="rect">
              <a:avLst/>
            </a:prstGeom>
          </p:spPr>
        </p:pic>
      </p:grpSp>
      <p:pic>
        <p:nvPicPr>
          <p:cNvPr id="38" name="object 3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9258300"/>
            <a:ext cx="1645806" cy="10286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9547177"/>
            <a:ext cx="740410" cy="740410"/>
            <a:chOff x="0" y="9547177"/>
            <a:chExt cx="740410" cy="740410"/>
          </a:xfrm>
        </p:grpSpPr>
        <p:sp>
          <p:nvSpPr>
            <p:cNvPr id="3" name="object 3" descr=""/>
            <p:cNvSpPr/>
            <p:nvPr/>
          </p:nvSpPr>
          <p:spPr>
            <a:xfrm>
              <a:off x="0" y="9547404"/>
              <a:ext cx="740410" cy="739775"/>
            </a:xfrm>
            <a:custGeom>
              <a:avLst/>
              <a:gdLst/>
              <a:ahLst/>
              <a:cxnLst/>
              <a:rect l="l" t="t" r="r" b="b"/>
              <a:pathLst>
                <a:path w="740410" h="739775">
                  <a:moveTo>
                    <a:pt x="739785" y="739594"/>
                  </a:moveTo>
                  <a:lnTo>
                    <a:pt x="0" y="739594"/>
                  </a:lnTo>
                  <a:lnTo>
                    <a:pt x="0" y="0"/>
                  </a:lnTo>
                  <a:lnTo>
                    <a:pt x="25877" y="0"/>
                  </a:lnTo>
                  <a:lnTo>
                    <a:pt x="71117" y="2767"/>
                  </a:lnTo>
                  <a:lnTo>
                    <a:pt x="116151" y="8301"/>
                  </a:lnTo>
                  <a:lnTo>
                    <a:pt x="160842" y="16602"/>
                  </a:lnTo>
                  <a:lnTo>
                    <a:pt x="205054" y="27670"/>
                  </a:lnTo>
                  <a:lnTo>
                    <a:pt x="248650" y="41505"/>
                  </a:lnTo>
                  <a:lnTo>
                    <a:pt x="291493" y="58108"/>
                  </a:lnTo>
                  <a:lnTo>
                    <a:pt x="333446" y="77477"/>
                  </a:lnTo>
                  <a:lnTo>
                    <a:pt x="374372" y="99614"/>
                  </a:lnTo>
                  <a:lnTo>
                    <a:pt x="414133" y="124517"/>
                  </a:lnTo>
                  <a:lnTo>
                    <a:pt x="452594" y="152188"/>
                  </a:lnTo>
                  <a:lnTo>
                    <a:pt x="489617" y="182626"/>
                  </a:lnTo>
                  <a:lnTo>
                    <a:pt x="525065" y="215831"/>
                  </a:lnTo>
                  <a:lnTo>
                    <a:pt x="559621" y="252772"/>
                  </a:lnTo>
                  <a:lnTo>
                    <a:pt x="591174" y="291411"/>
                  </a:lnTo>
                  <a:lnTo>
                    <a:pt x="619723" y="331594"/>
                  </a:lnTo>
                  <a:lnTo>
                    <a:pt x="645269" y="373165"/>
                  </a:lnTo>
                  <a:lnTo>
                    <a:pt x="667810" y="415971"/>
                  </a:lnTo>
                  <a:lnTo>
                    <a:pt x="687347" y="459858"/>
                  </a:lnTo>
                  <a:lnTo>
                    <a:pt x="703879" y="504670"/>
                  </a:lnTo>
                  <a:lnTo>
                    <a:pt x="717406" y="550254"/>
                  </a:lnTo>
                  <a:lnTo>
                    <a:pt x="727928" y="596455"/>
                  </a:lnTo>
                  <a:lnTo>
                    <a:pt x="735444" y="643120"/>
                  </a:lnTo>
                  <a:lnTo>
                    <a:pt x="739785" y="688331"/>
                  </a:lnTo>
                  <a:lnTo>
                    <a:pt x="739785" y="739594"/>
                  </a:lnTo>
                  <a:close/>
                </a:path>
              </a:pathLst>
            </a:custGeom>
            <a:solidFill>
              <a:srgbClr val="67B9AB">
                <a:alpha val="58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5037" y="9547177"/>
              <a:ext cx="735330" cy="740410"/>
            </a:xfrm>
            <a:custGeom>
              <a:avLst/>
              <a:gdLst/>
              <a:ahLst/>
              <a:cxnLst/>
              <a:rect l="l" t="t" r="r" b="b"/>
              <a:pathLst>
                <a:path w="735330" h="740409">
                  <a:moveTo>
                    <a:pt x="0" y="732888"/>
                  </a:moveTo>
                  <a:lnTo>
                    <a:pt x="95" y="0"/>
                  </a:lnTo>
                  <a:lnTo>
                    <a:pt x="46955" y="1600"/>
                  </a:lnTo>
                  <a:lnTo>
                    <a:pt x="93652" y="6165"/>
                  </a:lnTo>
                  <a:lnTo>
                    <a:pt x="140035" y="13693"/>
                  </a:lnTo>
                  <a:lnTo>
                    <a:pt x="185952" y="24185"/>
                  </a:lnTo>
                  <a:lnTo>
                    <a:pt x="231254" y="37642"/>
                  </a:lnTo>
                  <a:lnTo>
                    <a:pt x="275787" y="54062"/>
                  </a:lnTo>
                  <a:lnTo>
                    <a:pt x="319402" y="73445"/>
                  </a:lnTo>
                  <a:lnTo>
                    <a:pt x="361947" y="95793"/>
                  </a:lnTo>
                  <a:lnTo>
                    <a:pt x="403270" y="121105"/>
                  </a:lnTo>
                  <a:lnTo>
                    <a:pt x="443222" y="149381"/>
                  </a:lnTo>
                  <a:lnTo>
                    <a:pt x="481651" y="180620"/>
                  </a:lnTo>
                  <a:lnTo>
                    <a:pt x="518405" y="214823"/>
                  </a:lnTo>
                  <a:lnTo>
                    <a:pt x="0" y="732888"/>
                  </a:lnTo>
                  <a:close/>
                </a:path>
                <a:path w="735330" h="740409">
                  <a:moveTo>
                    <a:pt x="734747" y="739822"/>
                  </a:moveTo>
                  <a:lnTo>
                    <a:pt x="3053" y="739822"/>
                  </a:lnTo>
                  <a:lnTo>
                    <a:pt x="2673" y="739441"/>
                  </a:lnTo>
                  <a:lnTo>
                    <a:pt x="734747" y="739441"/>
                  </a:lnTo>
                  <a:lnTo>
                    <a:pt x="734747" y="739822"/>
                  </a:lnTo>
                  <a:close/>
                </a:path>
              </a:pathLst>
            </a:custGeom>
            <a:solidFill>
              <a:srgbClr val="67B9A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79491" y="6380035"/>
            <a:ext cx="2950135" cy="390696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62917" y="5143975"/>
            <a:ext cx="4318963" cy="3009533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612666" y="4406742"/>
            <a:ext cx="675334" cy="1473441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48412" y="962093"/>
            <a:ext cx="2740660" cy="74041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700" spc="-10"/>
              <a:t>Summary</a:t>
            </a:r>
            <a:endParaRPr sz="4700"/>
          </a:p>
        </p:txBody>
      </p:sp>
      <p:sp>
        <p:nvSpPr>
          <p:cNvPr id="9" name="object 9" descr=""/>
          <p:cNvSpPr txBox="1"/>
          <p:nvPr/>
        </p:nvSpPr>
        <p:spPr>
          <a:xfrm>
            <a:off x="10087298" y="1055014"/>
            <a:ext cx="4328160" cy="740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700" b="1">
                <a:solidFill>
                  <a:srgbClr val="2F5B98"/>
                </a:solidFill>
                <a:latin typeface="Arial"/>
                <a:cs typeface="Arial"/>
              </a:rPr>
              <a:t>Looking</a:t>
            </a:r>
            <a:r>
              <a:rPr dirty="0" sz="4700" spc="-204" b="1">
                <a:solidFill>
                  <a:srgbClr val="2F5B98"/>
                </a:solidFill>
                <a:latin typeface="Arial"/>
                <a:cs typeface="Arial"/>
              </a:rPr>
              <a:t> </a:t>
            </a:r>
            <a:r>
              <a:rPr dirty="0" sz="4700" spc="-20" b="1">
                <a:solidFill>
                  <a:srgbClr val="2F5B98"/>
                </a:solidFill>
                <a:latin typeface="Arial"/>
                <a:cs typeface="Arial"/>
              </a:rPr>
              <a:t>Ahead</a:t>
            </a:r>
            <a:endParaRPr sz="4700">
              <a:latin typeface="Arial"/>
              <a:cs typeface="Arial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69369" y="2375931"/>
            <a:ext cx="124124" cy="12412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99932" y="6570327"/>
            <a:ext cx="123825" cy="123824"/>
          </a:xfrm>
          <a:prstGeom prst="rect">
            <a:avLst/>
          </a:prstGeom>
        </p:spPr>
      </p:pic>
      <p:sp>
        <p:nvSpPr>
          <p:cNvPr id="12" name="object 12" descr="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32384" rIns="0" bIns="0" rtlCol="0" vert="horz">
            <a:spAutoFit/>
          </a:bodyPr>
          <a:lstStyle/>
          <a:p>
            <a:pPr marL="452755" marR="23495">
              <a:lnSpc>
                <a:spcPts val="3810"/>
              </a:lnSpc>
              <a:spcBef>
                <a:spcPts val="254"/>
              </a:spcBef>
            </a:pPr>
            <a:r>
              <a:rPr dirty="0" spc="-10"/>
              <a:t>AI-</a:t>
            </a:r>
            <a:r>
              <a:rPr dirty="0"/>
              <a:t>driven</a:t>
            </a:r>
            <a:r>
              <a:rPr dirty="0" spc="-35"/>
              <a:t> </a:t>
            </a:r>
            <a:r>
              <a:rPr dirty="0"/>
              <a:t>drone</a:t>
            </a:r>
            <a:r>
              <a:rPr dirty="0" spc="-35"/>
              <a:t> </a:t>
            </a:r>
            <a:r>
              <a:rPr dirty="0"/>
              <a:t>delivery</a:t>
            </a:r>
            <a:r>
              <a:rPr dirty="0" spc="-35"/>
              <a:t> </a:t>
            </a:r>
            <a:r>
              <a:rPr dirty="0" spc="-25"/>
              <a:t>can </a:t>
            </a:r>
            <a:r>
              <a:rPr dirty="0"/>
              <a:t>drastically</a:t>
            </a:r>
            <a:r>
              <a:rPr dirty="0" spc="-55"/>
              <a:t> </a:t>
            </a:r>
            <a:r>
              <a:rPr dirty="0"/>
              <a:t>increase</a:t>
            </a:r>
            <a:r>
              <a:rPr dirty="0" spc="-45"/>
              <a:t> </a:t>
            </a:r>
            <a:r>
              <a:rPr dirty="0"/>
              <a:t>speed,</a:t>
            </a:r>
            <a:r>
              <a:rPr dirty="0" spc="-45"/>
              <a:t> </a:t>
            </a:r>
            <a:r>
              <a:rPr dirty="0" spc="-10"/>
              <a:t>reduce </a:t>
            </a:r>
            <a:r>
              <a:rPr dirty="0"/>
              <a:t>costs,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/>
              <a:t>boost</a:t>
            </a:r>
            <a:r>
              <a:rPr dirty="0" spc="-15"/>
              <a:t> </a:t>
            </a:r>
            <a:r>
              <a:rPr dirty="0" spc="-10"/>
              <a:t>competitive advantage.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2920"/>
              </a:spcBef>
            </a:pPr>
          </a:p>
          <a:p>
            <a:pPr marL="12700">
              <a:lnSpc>
                <a:spcPct val="100000"/>
              </a:lnSpc>
            </a:pPr>
            <a:r>
              <a:rPr dirty="0" sz="4700">
                <a:solidFill>
                  <a:srgbClr val="2F5B98"/>
                </a:solidFill>
              </a:rPr>
              <a:t>Call</a:t>
            </a:r>
            <a:r>
              <a:rPr dirty="0" sz="4700" spc="-70">
                <a:solidFill>
                  <a:srgbClr val="2F5B98"/>
                </a:solidFill>
              </a:rPr>
              <a:t> </a:t>
            </a:r>
            <a:r>
              <a:rPr dirty="0" sz="4700">
                <a:solidFill>
                  <a:srgbClr val="2F5B98"/>
                </a:solidFill>
              </a:rPr>
              <a:t>to</a:t>
            </a:r>
            <a:r>
              <a:rPr dirty="0" sz="4700" spc="-65">
                <a:solidFill>
                  <a:srgbClr val="2F5B98"/>
                </a:solidFill>
              </a:rPr>
              <a:t> </a:t>
            </a:r>
            <a:r>
              <a:rPr dirty="0" sz="4700" spc="-10">
                <a:solidFill>
                  <a:srgbClr val="2F5B98"/>
                </a:solidFill>
              </a:rPr>
              <a:t>Action</a:t>
            </a:r>
            <a:endParaRPr sz="4700"/>
          </a:p>
          <a:p>
            <a:pPr marL="452755" marR="5080">
              <a:lnSpc>
                <a:spcPts val="3820"/>
              </a:lnSpc>
              <a:spcBef>
                <a:spcPts val="1820"/>
              </a:spcBef>
            </a:pPr>
            <a:r>
              <a:rPr dirty="0"/>
              <a:t>Urge</a:t>
            </a:r>
            <a:r>
              <a:rPr dirty="0" spc="-35"/>
              <a:t> </a:t>
            </a:r>
            <a:r>
              <a:rPr dirty="0"/>
              <a:t>business</a:t>
            </a:r>
            <a:r>
              <a:rPr dirty="0" spc="-30"/>
              <a:t> </a:t>
            </a:r>
            <a:r>
              <a:rPr dirty="0" spc="-10"/>
              <a:t>leaders, </a:t>
            </a:r>
            <a:r>
              <a:rPr dirty="0"/>
              <a:t>policymakers,</a:t>
            </a:r>
            <a:r>
              <a:rPr dirty="0" spc="-55"/>
              <a:t> </a:t>
            </a:r>
            <a:r>
              <a:rPr dirty="0"/>
              <a:t>and</a:t>
            </a:r>
            <a:r>
              <a:rPr dirty="0" spc="-45"/>
              <a:t> </a:t>
            </a:r>
            <a:r>
              <a:rPr dirty="0"/>
              <a:t>customers</a:t>
            </a:r>
            <a:r>
              <a:rPr dirty="0" spc="-45"/>
              <a:t> </a:t>
            </a:r>
            <a:r>
              <a:rPr dirty="0" spc="-25"/>
              <a:t>to </a:t>
            </a:r>
            <a:r>
              <a:rPr dirty="0"/>
              <a:t>invest</a:t>
            </a:r>
            <a:r>
              <a:rPr dirty="0" spc="-45"/>
              <a:t> </a:t>
            </a:r>
            <a:r>
              <a:rPr dirty="0"/>
              <a:t>in</a:t>
            </a:r>
            <a:r>
              <a:rPr dirty="0" spc="-30"/>
              <a:t> </a:t>
            </a:r>
            <a:r>
              <a:rPr dirty="0"/>
              <a:t>research,</a:t>
            </a:r>
            <a:r>
              <a:rPr dirty="0" spc="-30"/>
              <a:t> </a:t>
            </a:r>
            <a:r>
              <a:rPr dirty="0" spc="-10"/>
              <a:t>infrastructure,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pilot</a:t>
            </a:r>
            <a:r>
              <a:rPr dirty="0" spc="-25"/>
              <a:t> </a:t>
            </a:r>
            <a:r>
              <a:rPr dirty="0"/>
              <a:t>programs</a:t>
            </a:r>
            <a:r>
              <a:rPr dirty="0" spc="-25"/>
              <a:t> </a:t>
            </a:r>
            <a:r>
              <a:rPr dirty="0"/>
              <a:t>to</a:t>
            </a:r>
            <a:r>
              <a:rPr dirty="0" spc="-30"/>
              <a:t> </a:t>
            </a:r>
            <a:r>
              <a:rPr dirty="0"/>
              <a:t>refine</a:t>
            </a:r>
            <a:r>
              <a:rPr dirty="0" spc="-25"/>
              <a:t> </a:t>
            </a:r>
            <a:r>
              <a:rPr dirty="0" spc="-10"/>
              <a:t>drone </a:t>
            </a:r>
            <a:r>
              <a:rPr dirty="0"/>
              <a:t>technology</a:t>
            </a:r>
            <a:r>
              <a:rPr dirty="0" spc="-40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/>
              <a:t>expand</a:t>
            </a:r>
            <a:r>
              <a:rPr dirty="0" spc="-25"/>
              <a:t> its </a:t>
            </a:r>
            <a:r>
              <a:rPr dirty="0" spc="-10"/>
              <a:t>benefits.</a:t>
            </a:r>
          </a:p>
        </p:txBody>
      </p:sp>
      <p:pic>
        <p:nvPicPr>
          <p:cNvPr id="13" name="object 1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90523" y="2367831"/>
            <a:ext cx="123825" cy="123824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10779349" y="2614783"/>
            <a:ext cx="374650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534920" algn="l"/>
              </a:tabLst>
            </a:pPr>
            <a:r>
              <a:rPr dirty="0" sz="3200" spc="-10" b="1">
                <a:solidFill>
                  <a:srgbClr val="ABBCC8"/>
                </a:solidFill>
                <a:latin typeface="Arial"/>
                <a:cs typeface="Arial"/>
              </a:rPr>
              <a:t>regulations</a:t>
            </a:r>
            <a:r>
              <a:rPr dirty="0" sz="3200" b="1">
                <a:solidFill>
                  <a:srgbClr val="ABBCC8"/>
                </a:solidFill>
                <a:latin typeface="Arial"/>
                <a:cs typeface="Arial"/>
              </a:rPr>
              <a:t>	</a:t>
            </a:r>
            <a:r>
              <a:rPr dirty="0" sz="3200" spc="-10" b="1">
                <a:solidFill>
                  <a:srgbClr val="ABBCC8"/>
                </a:solidFill>
                <a:latin typeface="Arial"/>
                <a:cs typeface="Arial"/>
              </a:rPr>
              <a:t>adapt,</a:t>
            </a:r>
            <a:endParaRPr sz="32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0779349" y="2129008"/>
            <a:ext cx="5515610" cy="10001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5080">
              <a:lnSpc>
                <a:spcPts val="3835"/>
              </a:lnSpc>
              <a:spcBef>
                <a:spcPts val="105"/>
              </a:spcBef>
              <a:tabLst>
                <a:tab pos="1127125" algn="l"/>
                <a:tab pos="3905250" algn="l"/>
              </a:tabLst>
            </a:pPr>
            <a:r>
              <a:rPr dirty="0" sz="3200" spc="-25" b="1">
                <a:solidFill>
                  <a:srgbClr val="ABBCC8"/>
                </a:solidFill>
                <a:latin typeface="Arial"/>
                <a:cs typeface="Arial"/>
              </a:rPr>
              <a:t>As</a:t>
            </a:r>
            <a:r>
              <a:rPr dirty="0" sz="3200" b="1">
                <a:solidFill>
                  <a:srgbClr val="ABBCC8"/>
                </a:solidFill>
                <a:latin typeface="Arial"/>
                <a:cs typeface="Arial"/>
              </a:rPr>
              <a:t>	</a:t>
            </a:r>
            <a:r>
              <a:rPr dirty="0" sz="3200" spc="-10" b="1">
                <a:solidFill>
                  <a:srgbClr val="ABBCC8"/>
                </a:solidFill>
                <a:latin typeface="Arial"/>
                <a:cs typeface="Arial"/>
              </a:rPr>
              <a:t>technology</a:t>
            </a:r>
            <a:r>
              <a:rPr dirty="0" sz="3200" b="1">
                <a:solidFill>
                  <a:srgbClr val="ABBCC8"/>
                </a:solidFill>
                <a:latin typeface="Arial"/>
                <a:cs typeface="Arial"/>
              </a:rPr>
              <a:t>	</a:t>
            </a:r>
            <a:r>
              <a:rPr dirty="0" sz="3200" spc="-10" b="1">
                <a:solidFill>
                  <a:srgbClr val="ABBCC8"/>
                </a:solidFill>
                <a:latin typeface="Arial"/>
                <a:cs typeface="Arial"/>
              </a:rPr>
              <a:t>matures</a:t>
            </a:r>
            <a:endParaRPr sz="3200">
              <a:latin typeface="Arial"/>
              <a:cs typeface="Arial"/>
            </a:endParaRPr>
          </a:p>
          <a:p>
            <a:pPr algn="r" marR="87630">
              <a:lnSpc>
                <a:spcPts val="3829"/>
              </a:lnSpc>
            </a:pPr>
            <a:r>
              <a:rPr dirty="0" sz="3200" spc="-10" b="1">
                <a:solidFill>
                  <a:srgbClr val="ABBCC8"/>
                </a:solidFill>
                <a:latin typeface="Arial"/>
                <a:cs typeface="Arial"/>
              </a:rPr>
              <a:t>drones</a:t>
            </a:r>
            <a:endParaRPr sz="32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6514568" y="2129008"/>
            <a:ext cx="1111250" cy="100012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 indent="361315">
              <a:lnSpc>
                <a:spcPts val="3829"/>
              </a:lnSpc>
              <a:spcBef>
                <a:spcPts val="210"/>
              </a:spcBef>
            </a:pPr>
            <a:r>
              <a:rPr dirty="0" sz="3200" spc="-25" b="1">
                <a:solidFill>
                  <a:srgbClr val="ABBCC8"/>
                </a:solidFill>
                <a:latin typeface="Arial"/>
                <a:cs typeface="Arial"/>
              </a:rPr>
              <a:t>and </a:t>
            </a:r>
            <a:r>
              <a:rPr dirty="0" sz="3200" spc="-10" b="1">
                <a:solidFill>
                  <a:srgbClr val="ABBCC8"/>
                </a:solidFill>
                <a:latin typeface="Arial"/>
                <a:cs typeface="Arial"/>
              </a:rPr>
              <a:t>could</a:t>
            </a:r>
            <a:endParaRPr sz="32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0779349" y="3100558"/>
            <a:ext cx="6846570" cy="100012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3829"/>
              </a:lnSpc>
              <a:spcBef>
                <a:spcPts val="210"/>
              </a:spcBef>
              <a:tabLst>
                <a:tab pos="1757045" algn="l"/>
                <a:tab pos="3683000" algn="l"/>
                <a:tab pos="4251325" algn="l"/>
                <a:tab pos="5769610" algn="l"/>
              </a:tabLst>
            </a:pPr>
            <a:r>
              <a:rPr dirty="0" sz="3200" spc="-10" b="1">
                <a:solidFill>
                  <a:srgbClr val="ABBCC8"/>
                </a:solidFill>
                <a:latin typeface="Arial"/>
                <a:cs typeface="Arial"/>
              </a:rPr>
              <a:t>become</a:t>
            </a:r>
            <a:r>
              <a:rPr dirty="0" sz="3200" b="1">
                <a:solidFill>
                  <a:srgbClr val="ABBCC8"/>
                </a:solidFill>
                <a:latin typeface="Arial"/>
                <a:cs typeface="Arial"/>
              </a:rPr>
              <a:t>	</a:t>
            </a:r>
            <a:r>
              <a:rPr dirty="0" sz="3200" spc="-10" b="1">
                <a:solidFill>
                  <a:srgbClr val="ABBCC8"/>
                </a:solidFill>
                <a:latin typeface="Arial"/>
                <a:cs typeface="Arial"/>
              </a:rPr>
              <a:t>standard</a:t>
            </a:r>
            <a:r>
              <a:rPr dirty="0" sz="3200" b="1">
                <a:solidFill>
                  <a:srgbClr val="ABBCC8"/>
                </a:solidFill>
                <a:latin typeface="Arial"/>
                <a:cs typeface="Arial"/>
              </a:rPr>
              <a:t>	</a:t>
            </a:r>
            <a:r>
              <a:rPr dirty="0" sz="3200" spc="-25" b="1">
                <a:solidFill>
                  <a:srgbClr val="ABBCC8"/>
                </a:solidFill>
                <a:latin typeface="Arial"/>
                <a:cs typeface="Arial"/>
              </a:rPr>
              <a:t>in</a:t>
            </a:r>
            <a:r>
              <a:rPr dirty="0" sz="3200" b="1">
                <a:solidFill>
                  <a:srgbClr val="ABBCC8"/>
                </a:solidFill>
                <a:latin typeface="Arial"/>
                <a:cs typeface="Arial"/>
              </a:rPr>
              <a:t>	</a:t>
            </a:r>
            <a:r>
              <a:rPr dirty="0" sz="3200" spc="-10" b="1">
                <a:solidFill>
                  <a:srgbClr val="ABBCC8"/>
                </a:solidFill>
                <a:latin typeface="Arial"/>
                <a:cs typeface="Arial"/>
              </a:rPr>
              <a:t>supply</a:t>
            </a:r>
            <a:r>
              <a:rPr dirty="0" sz="3200" b="1">
                <a:solidFill>
                  <a:srgbClr val="ABBCC8"/>
                </a:solidFill>
                <a:latin typeface="Arial"/>
                <a:cs typeface="Arial"/>
              </a:rPr>
              <a:t>	</a:t>
            </a:r>
            <a:r>
              <a:rPr dirty="0" sz="3200" spc="-10" b="1">
                <a:solidFill>
                  <a:srgbClr val="ABBCC8"/>
                </a:solidFill>
                <a:latin typeface="Arial"/>
                <a:cs typeface="Arial"/>
              </a:rPr>
              <a:t>chain operations.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408874" y="3673475"/>
            <a:ext cx="9130030" cy="2810510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2700" marR="5080">
              <a:lnSpc>
                <a:spcPts val="10950"/>
              </a:lnSpc>
              <a:spcBef>
                <a:spcPts val="290"/>
              </a:spcBef>
              <a:tabLst>
                <a:tab pos="1174115" algn="l"/>
              </a:tabLst>
            </a:pPr>
            <a:r>
              <a:rPr dirty="0" sz="9150" spc="-10" b="1">
                <a:solidFill>
                  <a:srgbClr val="07A793"/>
                </a:solidFill>
                <a:latin typeface="Arial"/>
                <a:cs typeface="Arial"/>
              </a:rPr>
              <a:t>BIBLIOGRAPHY </a:t>
            </a:r>
            <a:r>
              <a:rPr dirty="0" sz="9150" spc="-50" b="1">
                <a:solidFill>
                  <a:srgbClr val="07A793"/>
                </a:solidFill>
                <a:latin typeface="Arial"/>
                <a:cs typeface="Arial"/>
              </a:rPr>
              <a:t>&amp;</a:t>
            </a:r>
            <a:r>
              <a:rPr dirty="0" sz="9150" b="1">
                <a:solidFill>
                  <a:srgbClr val="07A793"/>
                </a:solidFill>
                <a:latin typeface="Arial"/>
                <a:cs typeface="Arial"/>
              </a:rPr>
              <a:t>	</a:t>
            </a:r>
            <a:r>
              <a:rPr dirty="0" sz="9150" spc="-10" b="1">
                <a:solidFill>
                  <a:srgbClr val="07A793"/>
                </a:solidFill>
                <a:latin typeface="Arial"/>
                <a:cs typeface="Arial"/>
              </a:rPr>
              <a:t>REFERENCES</a:t>
            </a:r>
            <a:endParaRPr sz="91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0" spc="-25" b="0">
                <a:solidFill>
                  <a:srgbClr val="F5F5F7"/>
                </a:solidFill>
                <a:latin typeface="Microsoft Sans Serif"/>
                <a:cs typeface="Microsoft Sans Serif"/>
              </a:rPr>
              <a:t>06</a:t>
            </a:r>
            <a:endParaRPr sz="12000">
              <a:latin typeface="Microsoft Sans Serif"/>
              <a:cs typeface="Microsoft Sans Serif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421568" y="5143851"/>
            <a:ext cx="16866870" cy="5143500"/>
            <a:chOff x="1421568" y="5143851"/>
            <a:chExt cx="16866870" cy="514350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1568" y="6679250"/>
              <a:ext cx="16866431" cy="43139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13903" y="5143851"/>
              <a:ext cx="2778946" cy="5143148"/>
            </a:xfrm>
            <a:prstGeom prst="rect">
              <a:avLst/>
            </a:prstGeom>
          </p:spPr>
        </p:pic>
      </p:grp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07179" y="765029"/>
            <a:ext cx="6971948" cy="41812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258300"/>
            <a:ext cx="1028699" cy="10286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67879" y="1632349"/>
            <a:ext cx="104775" cy="10477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67879" y="3727849"/>
            <a:ext cx="104775" cy="10477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67879" y="5823349"/>
            <a:ext cx="104775" cy="10477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67879" y="7499749"/>
            <a:ext cx="104775" cy="10477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829172" y="1416481"/>
            <a:ext cx="11961495" cy="7576820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700" marR="5080" indent="493395">
              <a:lnSpc>
                <a:spcPts val="3300"/>
              </a:lnSpc>
              <a:spcBef>
                <a:spcPts val="259"/>
              </a:spcBef>
              <a:buAutoNum type="arabicPlain"/>
              <a:tabLst>
                <a:tab pos="506095" algn="l"/>
              </a:tabLst>
            </a:pP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L.</a:t>
            </a:r>
            <a:r>
              <a:rPr dirty="0" sz="2800" spc="-6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C.</a:t>
            </a:r>
            <a:r>
              <a:rPr dirty="0" sz="2800" spc="-5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Dieu,</a:t>
            </a:r>
            <a:r>
              <a:rPr dirty="0" sz="2800" spc="-5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“AI</a:t>
            </a:r>
            <a:r>
              <a:rPr dirty="0" sz="2800" spc="-5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and</a:t>
            </a:r>
            <a:r>
              <a:rPr dirty="0" sz="2800" spc="-5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Autonomous</a:t>
            </a:r>
            <a:r>
              <a:rPr dirty="0" sz="2800" spc="-5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Drones:</a:t>
            </a:r>
            <a:r>
              <a:rPr dirty="0" sz="2800" spc="-6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Transforming</a:t>
            </a:r>
            <a:r>
              <a:rPr dirty="0" sz="2800" spc="-5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Delivery</a:t>
            </a:r>
            <a:r>
              <a:rPr dirty="0" sz="2800" spc="-5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and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Transportation</a:t>
            </a:r>
            <a:r>
              <a:rPr dirty="0" sz="2800" spc="-6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|</a:t>
            </a:r>
            <a:r>
              <a:rPr dirty="0" sz="2800" spc="-6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SmartDev,”</a:t>
            </a:r>
            <a:r>
              <a:rPr dirty="0" sz="2800" spc="-5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SmartDev,</a:t>
            </a:r>
            <a:r>
              <a:rPr dirty="0" sz="2800" spc="-6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Sep.</a:t>
            </a:r>
            <a:r>
              <a:rPr dirty="0" sz="2800" spc="-6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17,</a:t>
            </a:r>
            <a:r>
              <a:rPr dirty="0" sz="2800" spc="-5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2024. </a:t>
            </a:r>
            <a:r>
              <a:rPr dirty="0" sz="2800" spc="-20">
                <a:solidFill>
                  <a:srgbClr val="ABBCC8"/>
                </a:solidFill>
                <a:latin typeface="Microsoft Sans Serif"/>
                <a:cs typeface="Microsoft Sans Serif"/>
              </a:rPr>
              <a:t>https://smartdev.com/ai-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and-autonomous-drones-</a:t>
            </a:r>
            <a:r>
              <a:rPr dirty="0" sz="2800" spc="-20">
                <a:solidFill>
                  <a:srgbClr val="ABBCC8"/>
                </a:solidFill>
                <a:latin typeface="Microsoft Sans Serif"/>
                <a:cs typeface="Microsoft Sans Serif"/>
              </a:rPr>
              <a:t>transforming-delivery-and-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transportation/</a:t>
            </a:r>
            <a:r>
              <a:rPr dirty="0" sz="2800" spc="-6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(accessed</a:t>
            </a:r>
            <a:r>
              <a:rPr dirty="0" sz="2800" spc="-6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Apr.</a:t>
            </a:r>
            <a:r>
              <a:rPr dirty="0" sz="2800" spc="-6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04,</a:t>
            </a:r>
            <a:r>
              <a:rPr dirty="0" sz="2800" spc="-6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2025).</a:t>
            </a:r>
            <a:endParaRPr sz="2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Clr>
                <a:srgbClr val="ABBCC8"/>
              </a:buClr>
              <a:buFont typeface="Microsoft Sans Serif"/>
              <a:buAutoNum type="arabicPlain"/>
            </a:pPr>
            <a:endParaRPr sz="2800">
              <a:latin typeface="Microsoft Sans Serif"/>
              <a:cs typeface="Microsoft Sans Serif"/>
            </a:endParaRPr>
          </a:p>
          <a:p>
            <a:pPr marL="12700" marR="497840" indent="493395">
              <a:lnSpc>
                <a:spcPts val="3300"/>
              </a:lnSpc>
              <a:buAutoNum type="arabicPlain"/>
              <a:tabLst>
                <a:tab pos="506095" algn="l"/>
              </a:tabLst>
            </a:pP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SwissCognitive</a:t>
            </a:r>
            <a:r>
              <a:rPr dirty="0" sz="2800" spc="-6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Guest</a:t>
            </a:r>
            <a:r>
              <a:rPr dirty="0" sz="2800" spc="-6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Blogger,</a:t>
            </a:r>
            <a:r>
              <a:rPr dirty="0" sz="2800" spc="-6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“How</a:t>
            </a:r>
            <a:r>
              <a:rPr dirty="0" sz="2800" spc="-6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AI</a:t>
            </a:r>
            <a:r>
              <a:rPr dirty="0" sz="2800" spc="-6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Is</a:t>
            </a:r>
            <a:r>
              <a:rPr dirty="0" sz="2800" spc="-6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Transforming</a:t>
            </a:r>
            <a:r>
              <a:rPr dirty="0" sz="2800" spc="-6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Drone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Delivery,”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SwissCognitive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|</a:t>
            </a:r>
            <a:r>
              <a:rPr dirty="0" sz="2800" spc="-4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AI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Ventures,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Advisory</a:t>
            </a:r>
            <a:r>
              <a:rPr dirty="0" sz="2800" spc="-4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&amp;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Research,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Aug.</a:t>
            </a:r>
            <a:r>
              <a:rPr dirty="0" sz="2800" spc="-4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13,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2024.</a:t>
            </a:r>
            <a:r>
              <a:rPr dirty="0" sz="2800" spc="39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20">
                <a:solidFill>
                  <a:srgbClr val="ABBCC8"/>
                </a:solidFill>
                <a:latin typeface="Microsoft Sans Serif"/>
                <a:cs typeface="Microsoft Sans Serif"/>
              </a:rPr>
              <a:t>https://swisscognitive.ch/2024/08/13/how-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ai-</a:t>
            </a:r>
            <a:r>
              <a:rPr dirty="0" sz="2800" spc="-20">
                <a:solidFill>
                  <a:srgbClr val="ABBCC8"/>
                </a:solidFill>
                <a:latin typeface="Microsoft Sans Serif"/>
                <a:cs typeface="Microsoft Sans Serif"/>
              </a:rPr>
              <a:t>is-transforming-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drone-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ts val="3200"/>
              </a:lnSpc>
            </a:pP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delivery/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(accessed</a:t>
            </a:r>
            <a:r>
              <a:rPr dirty="0" sz="2800" spc="-4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Apr.</a:t>
            </a:r>
            <a:r>
              <a:rPr dirty="0" sz="2800" spc="-4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04,</a:t>
            </a:r>
            <a:r>
              <a:rPr dirty="0" sz="2800" spc="-4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2025).</a:t>
            </a:r>
            <a:endParaRPr sz="2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2800">
              <a:latin typeface="Microsoft Sans Serif"/>
              <a:cs typeface="Microsoft Sans Serif"/>
            </a:endParaRPr>
          </a:p>
          <a:p>
            <a:pPr marL="12700" marR="262255" indent="493395">
              <a:lnSpc>
                <a:spcPts val="3300"/>
              </a:lnSpc>
              <a:buAutoNum type="arabicPlain" startAt="3"/>
              <a:tabLst>
                <a:tab pos="506095" algn="l"/>
              </a:tabLst>
            </a:pP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F.</a:t>
            </a:r>
            <a:r>
              <a:rPr dirty="0" sz="2800" spc="-7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Magdolna,</a:t>
            </a:r>
            <a:r>
              <a:rPr dirty="0" sz="2800" spc="-7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“Is</a:t>
            </a:r>
            <a:r>
              <a:rPr dirty="0" sz="2800" spc="-7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Drone</a:t>
            </a:r>
            <a:r>
              <a:rPr dirty="0" sz="2800" spc="-7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Delivery</a:t>
            </a:r>
            <a:r>
              <a:rPr dirty="0" sz="2800" spc="-7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Artificial</a:t>
            </a:r>
            <a:r>
              <a:rPr dirty="0" sz="2800" spc="-7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Intelligence?</a:t>
            </a:r>
            <a:r>
              <a:rPr dirty="0" sz="2800" spc="-7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(April</a:t>
            </a:r>
            <a:r>
              <a:rPr dirty="0" sz="2800" spc="-7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2025),”</a:t>
            </a:r>
            <a:r>
              <a:rPr dirty="0" sz="2800" spc="-7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Fly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Eye,</a:t>
            </a:r>
            <a:r>
              <a:rPr dirty="0" sz="2800" spc="6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Jan.</a:t>
            </a:r>
            <a:r>
              <a:rPr dirty="0" sz="2800" spc="6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19,</a:t>
            </a:r>
            <a:r>
              <a:rPr dirty="0" sz="2800" spc="6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2024.</a:t>
            </a:r>
            <a:r>
              <a:rPr dirty="0" sz="2800" spc="6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20">
                <a:solidFill>
                  <a:srgbClr val="ABBCC8"/>
                </a:solidFill>
                <a:latin typeface="Microsoft Sans Serif"/>
                <a:cs typeface="Microsoft Sans Serif"/>
              </a:rPr>
              <a:t>https://</a:t>
            </a:r>
            <a:r>
              <a:rPr dirty="0" sz="2800" spc="-20">
                <a:solidFill>
                  <a:srgbClr val="ABBCC8"/>
                </a:solidFill>
                <a:latin typeface="Microsoft Sans Serif"/>
                <a:cs typeface="Microsoft Sans Serif"/>
                <a:hlinkClick r:id="rId5"/>
              </a:rPr>
              <a:t>www.flyeye.io/is-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  <a:hlinkClick r:id="rId5"/>
              </a:rPr>
              <a:t>drone-</a:t>
            </a:r>
            <a:r>
              <a:rPr dirty="0" sz="2800" spc="-20">
                <a:solidFill>
                  <a:srgbClr val="ABBCC8"/>
                </a:solidFill>
                <a:latin typeface="Microsoft Sans Serif"/>
                <a:cs typeface="Microsoft Sans Serif"/>
                <a:hlinkClick r:id="rId5"/>
              </a:rPr>
              <a:t>delivery-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  <a:hlinkClick r:id="rId5"/>
              </a:rPr>
              <a:t>artificial-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ts val="3200"/>
              </a:lnSpc>
            </a:pP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intelligence/#</a:t>
            </a:r>
            <a:r>
              <a:rPr dirty="0" sz="2800" spc="-4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(accessed</a:t>
            </a:r>
            <a:r>
              <a:rPr dirty="0" sz="2800" spc="-3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Apr.</a:t>
            </a:r>
            <a:r>
              <a:rPr dirty="0" sz="2800" spc="-3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04,</a:t>
            </a:r>
            <a:r>
              <a:rPr dirty="0" sz="2800" spc="-3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2025).</a:t>
            </a:r>
            <a:endParaRPr sz="2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2800">
              <a:latin typeface="Microsoft Sans Serif"/>
              <a:cs typeface="Microsoft Sans Serif"/>
            </a:endParaRPr>
          </a:p>
          <a:p>
            <a:pPr marL="12700" marR="221615" indent="493395">
              <a:lnSpc>
                <a:spcPts val="3300"/>
              </a:lnSpc>
              <a:buAutoNum type="arabicPlain" startAt="4"/>
              <a:tabLst>
                <a:tab pos="506095" algn="l"/>
              </a:tabLst>
            </a:pP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D.</a:t>
            </a:r>
            <a:r>
              <a:rPr dirty="0" sz="2800" spc="-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Caballero-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Martin, J. M. 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Lopez-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Guede, J.</a:t>
            </a:r>
            <a:r>
              <a:rPr dirty="0" sz="2800" spc="-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Estevez, and M. 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Graña,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“Artificial</a:t>
            </a:r>
            <a:r>
              <a:rPr dirty="0" sz="2800" spc="-4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Intelligence</a:t>
            </a:r>
            <a:r>
              <a:rPr dirty="0" sz="2800" spc="-4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Applied</a:t>
            </a:r>
            <a:r>
              <a:rPr dirty="0" sz="2800" spc="-4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to</a:t>
            </a:r>
            <a:r>
              <a:rPr dirty="0" sz="2800" spc="-4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Drone</a:t>
            </a:r>
            <a:r>
              <a:rPr dirty="0" sz="2800" spc="-4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Control:</a:t>
            </a:r>
            <a:r>
              <a:rPr dirty="0" sz="2800" spc="-4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</a:t>
            </a:r>
            <a:r>
              <a:rPr dirty="0" sz="2800" spc="-4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State</a:t>
            </a:r>
            <a:r>
              <a:rPr dirty="0" sz="2800" spc="-4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of</a:t>
            </a:r>
            <a:r>
              <a:rPr dirty="0" sz="2800" spc="-4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the</a:t>
            </a:r>
            <a:r>
              <a:rPr dirty="0" sz="2800" spc="-4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Art,”</a:t>
            </a:r>
            <a:r>
              <a:rPr dirty="0" sz="2800" spc="-4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Drones,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vol. 8,</a:t>
            </a:r>
            <a:r>
              <a:rPr dirty="0" sz="2800" spc="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no.</a:t>
            </a:r>
            <a:r>
              <a:rPr dirty="0" sz="2800" spc="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7,</a:t>
            </a:r>
            <a:r>
              <a:rPr dirty="0" sz="2800" spc="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pp.</a:t>
            </a:r>
            <a:r>
              <a:rPr dirty="0" sz="2800" spc="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70">
                <a:solidFill>
                  <a:srgbClr val="ABBCC8"/>
                </a:solidFill>
                <a:latin typeface="Microsoft Sans Serif"/>
                <a:cs typeface="Microsoft Sans Serif"/>
              </a:rPr>
              <a:t>296–296,</a:t>
            </a:r>
            <a:r>
              <a:rPr dirty="0" sz="2800" spc="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Jul.</a:t>
            </a:r>
            <a:r>
              <a:rPr dirty="0" sz="2800" spc="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2024,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ts val="3200"/>
              </a:lnSpc>
            </a:pP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https://doi.org/10.3390/drones8070296.(accessed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Apr.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04,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2025).</a:t>
            </a:r>
            <a:endParaRPr sz="2800">
              <a:latin typeface="Microsoft Sans Serif"/>
              <a:cs typeface="Microsoft Sans Serif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3700069" y="1733734"/>
            <a:ext cx="4330065" cy="3886200"/>
            <a:chOff x="13700069" y="1733734"/>
            <a:chExt cx="4330065" cy="3886200"/>
          </a:xfrm>
        </p:grpSpPr>
        <p:sp>
          <p:nvSpPr>
            <p:cNvPr id="9" name="object 9" descr=""/>
            <p:cNvSpPr/>
            <p:nvPr/>
          </p:nvSpPr>
          <p:spPr>
            <a:xfrm>
              <a:off x="13700061" y="1733739"/>
              <a:ext cx="4330065" cy="2494915"/>
            </a:xfrm>
            <a:custGeom>
              <a:avLst/>
              <a:gdLst/>
              <a:ahLst/>
              <a:cxnLst/>
              <a:rect l="l" t="t" r="r" b="b"/>
              <a:pathLst>
                <a:path w="4330065" h="2494915">
                  <a:moveTo>
                    <a:pt x="2048751" y="1298702"/>
                  </a:moveTo>
                  <a:lnTo>
                    <a:pt x="2008936" y="1276883"/>
                  </a:lnTo>
                  <a:lnTo>
                    <a:pt x="1967877" y="1256309"/>
                  </a:lnTo>
                  <a:lnTo>
                    <a:pt x="1925650" y="1236980"/>
                  </a:lnTo>
                  <a:lnTo>
                    <a:pt x="1882317" y="1218907"/>
                  </a:lnTo>
                  <a:lnTo>
                    <a:pt x="1837969" y="1202080"/>
                  </a:lnTo>
                  <a:lnTo>
                    <a:pt x="1792681" y="1186497"/>
                  </a:lnTo>
                  <a:lnTo>
                    <a:pt x="1746504" y="1172171"/>
                  </a:lnTo>
                  <a:lnTo>
                    <a:pt x="1699526" y="1159078"/>
                  </a:lnTo>
                  <a:lnTo>
                    <a:pt x="1651825" y="1147241"/>
                  </a:lnTo>
                  <a:lnTo>
                    <a:pt x="1603463" y="1136650"/>
                  </a:lnTo>
                  <a:lnTo>
                    <a:pt x="1554530" y="1127315"/>
                  </a:lnTo>
                  <a:lnTo>
                    <a:pt x="1505077" y="1119212"/>
                  </a:lnTo>
                  <a:lnTo>
                    <a:pt x="1455204" y="1112367"/>
                  </a:lnTo>
                  <a:lnTo>
                    <a:pt x="1404962" y="1106766"/>
                  </a:lnTo>
                  <a:lnTo>
                    <a:pt x="1354442" y="1102398"/>
                  </a:lnTo>
                  <a:lnTo>
                    <a:pt x="1303693" y="1099286"/>
                  </a:lnTo>
                  <a:lnTo>
                    <a:pt x="1252829" y="1097419"/>
                  </a:lnTo>
                  <a:lnTo>
                    <a:pt x="1201877" y="1096797"/>
                  </a:lnTo>
                  <a:lnTo>
                    <a:pt x="1150150" y="1097445"/>
                  </a:lnTo>
                  <a:lnTo>
                    <a:pt x="1098499" y="1099362"/>
                  </a:lnTo>
                  <a:lnTo>
                    <a:pt x="1047000" y="1102575"/>
                  </a:lnTo>
                  <a:lnTo>
                    <a:pt x="995743" y="1107071"/>
                  </a:lnTo>
                  <a:lnTo>
                    <a:pt x="944791" y="1112837"/>
                  </a:lnTo>
                  <a:lnTo>
                    <a:pt x="894219" y="1119898"/>
                  </a:lnTo>
                  <a:lnTo>
                    <a:pt x="844130" y="1128229"/>
                  </a:lnTo>
                  <a:lnTo>
                    <a:pt x="794562" y="1137856"/>
                  </a:lnTo>
                  <a:lnTo>
                    <a:pt x="745629" y="1148765"/>
                  </a:lnTo>
                  <a:lnTo>
                    <a:pt x="697395" y="1160945"/>
                  </a:lnTo>
                  <a:lnTo>
                    <a:pt x="649922" y="1174419"/>
                  </a:lnTo>
                  <a:lnTo>
                    <a:pt x="603300" y="1189164"/>
                  </a:lnTo>
                  <a:lnTo>
                    <a:pt x="557618" y="1205204"/>
                  </a:lnTo>
                  <a:lnTo>
                    <a:pt x="512927" y="1222514"/>
                  </a:lnTo>
                  <a:lnTo>
                    <a:pt x="469328" y="1241107"/>
                  </a:lnTo>
                  <a:lnTo>
                    <a:pt x="426885" y="1260983"/>
                  </a:lnTo>
                  <a:lnTo>
                    <a:pt x="385673" y="1282141"/>
                  </a:lnTo>
                  <a:lnTo>
                    <a:pt x="1231468" y="1777415"/>
                  </a:lnTo>
                  <a:lnTo>
                    <a:pt x="2048751" y="1298702"/>
                  </a:lnTo>
                  <a:close/>
                </a:path>
                <a:path w="4330065" h="2494915">
                  <a:moveTo>
                    <a:pt x="2081695" y="2275941"/>
                  </a:moveTo>
                  <a:lnTo>
                    <a:pt x="1231519" y="1777580"/>
                  </a:lnTo>
                  <a:lnTo>
                    <a:pt x="385800" y="1282255"/>
                  </a:lnTo>
                  <a:lnTo>
                    <a:pt x="376847" y="1286992"/>
                  </a:lnTo>
                  <a:lnTo>
                    <a:pt x="367753" y="1291602"/>
                  </a:lnTo>
                  <a:lnTo>
                    <a:pt x="358724" y="1296289"/>
                  </a:lnTo>
                  <a:lnTo>
                    <a:pt x="304673" y="1329080"/>
                  </a:lnTo>
                  <a:lnTo>
                    <a:pt x="262521" y="1357985"/>
                  </a:lnTo>
                  <a:lnTo>
                    <a:pt x="223494" y="1387868"/>
                  </a:lnTo>
                  <a:lnTo>
                    <a:pt x="187617" y="1418666"/>
                  </a:lnTo>
                  <a:lnTo>
                    <a:pt x="154876" y="1450289"/>
                  </a:lnTo>
                  <a:lnTo>
                    <a:pt x="125272" y="1482661"/>
                  </a:lnTo>
                  <a:lnTo>
                    <a:pt x="98806" y="1515719"/>
                  </a:lnTo>
                  <a:lnTo>
                    <a:pt x="75476" y="1549374"/>
                  </a:lnTo>
                  <a:lnTo>
                    <a:pt x="55283" y="1583563"/>
                  </a:lnTo>
                  <a:lnTo>
                    <a:pt x="38227" y="1618208"/>
                  </a:lnTo>
                  <a:lnTo>
                    <a:pt x="13538" y="1688541"/>
                  </a:lnTo>
                  <a:lnTo>
                    <a:pt x="1371" y="1759788"/>
                  </a:lnTo>
                  <a:lnTo>
                    <a:pt x="0" y="1795564"/>
                  </a:lnTo>
                  <a:lnTo>
                    <a:pt x="1765" y="1831340"/>
                  </a:lnTo>
                  <a:lnTo>
                    <a:pt x="14681" y="1902587"/>
                  </a:lnTo>
                  <a:lnTo>
                    <a:pt x="40132" y="1972932"/>
                  </a:lnTo>
                  <a:lnTo>
                    <a:pt x="57556" y="2007577"/>
                  </a:lnTo>
                  <a:lnTo>
                    <a:pt x="78105" y="2041766"/>
                  </a:lnTo>
                  <a:lnTo>
                    <a:pt x="101803" y="2075434"/>
                  </a:lnTo>
                  <a:lnTo>
                    <a:pt x="128612" y="2108492"/>
                  </a:lnTo>
                  <a:lnTo>
                    <a:pt x="158559" y="2140877"/>
                  </a:lnTo>
                  <a:lnTo>
                    <a:pt x="191643" y="2172512"/>
                  </a:lnTo>
                  <a:lnTo>
                    <a:pt x="227850" y="2203310"/>
                  </a:lnTo>
                  <a:lnTo>
                    <a:pt x="267195" y="2233206"/>
                  </a:lnTo>
                  <a:lnTo>
                    <a:pt x="309651" y="2262124"/>
                  </a:lnTo>
                  <a:lnTo>
                    <a:pt x="355371" y="2289987"/>
                  </a:lnTo>
                  <a:lnTo>
                    <a:pt x="356323" y="2290343"/>
                  </a:lnTo>
                  <a:lnTo>
                    <a:pt x="396290" y="2312301"/>
                  </a:lnTo>
                  <a:lnTo>
                    <a:pt x="437527" y="2333117"/>
                  </a:lnTo>
                  <a:lnTo>
                    <a:pt x="479945" y="2352675"/>
                  </a:lnTo>
                  <a:lnTo>
                    <a:pt x="523481" y="2370963"/>
                  </a:lnTo>
                  <a:lnTo>
                    <a:pt x="568058" y="2387981"/>
                  </a:lnTo>
                  <a:lnTo>
                    <a:pt x="613613" y="2403754"/>
                  </a:lnTo>
                  <a:lnTo>
                    <a:pt x="660044" y="2418257"/>
                  </a:lnTo>
                  <a:lnTo>
                    <a:pt x="707288" y="2431491"/>
                  </a:lnTo>
                  <a:lnTo>
                    <a:pt x="755281" y="2443480"/>
                  </a:lnTo>
                  <a:lnTo>
                    <a:pt x="803948" y="2454186"/>
                  </a:lnTo>
                  <a:lnTo>
                    <a:pt x="853198" y="2463647"/>
                  </a:lnTo>
                  <a:lnTo>
                    <a:pt x="902957" y="2471839"/>
                  </a:lnTo>
                  <a:lnTo>
                    <a:pt x="953173" y="2478773"/>
                  </a:lnTo>
                  <a:lnTo>
                    <a:pt x="1003744" y="2484450"/>
                  </a:lnTo>
                  <a:lnTo>
                    <a:pt x="1054620" y="2488869"/>
                  </a:lnTo>
                  <a:lnTo>
                    <a:pt x="1105700" y="2492019"/>
                  </a:lnTo>
                  <a:lnTo>
                    <a:pt x="1156931" y="2493911"/>
                  </a:lnTo>
                  <a:lnTo>
                    <a:pt x="1208227" y="2494534"/>
                  </a:lnTo>
                  <a:lnTo>
                    <a:pt x="1259598" y="2493899"/>
                  </a:lnTo>
                  <a:lnTo>
                    <a:pt x="1310894" y="2492006"/>
                  </a:lnTo>
                  <a:lnTo>
                    <a:pt x="1362011" y="2488857"/>
                  </a:lnTo>
                  <a:lnTo>
                    <a:pt x="1412913" y="2484437"/>
                  </a:lnTo>
                  <a:lnTo>
                    <a:pt x="1463497" y="2478748"/>
                  </a:lnTo>
                  <a:lnTo>
                    <a:pt x="1513687" y="2471801"/>
                  </a:lnTo>
                  <a:lnTo>
                    <a:pt x="1563433" y="2463596"/>
                  </a:lnTo>
                  <a:lnTo>
                    <a:pt x="1612633" y="2454122"/>
                  </a:lnTo>
                  <a:lnTo>
                    <a:pt x="1661223" y="2443378"/>
                  </a:lnTo>
                  <a:lnTo>
                    <a:pt x="1709127" y="2431389"/>
                  </a:lnTo>
                  <a:lnTo>
                    <a:pt x="1756283" y="2418118"/>
                  </a:lnTo>
                  <a:lnTo>
                    <a:pt x="1802587" y="2403589"/>
                  </a:lnTo>
                  <a:lnTo>
                    <a:pt x="1847989" y="2387803"/>
                  </a:lnTo>
                  <a:lnTo>
                    <a:pt x="1892401" y="2370747"/>
                  </a:lnTo>
                  <a:lnTo>
                    <a:pt x="1935759" y="2352421"/>
                  </a:lnTo>
                  <a:lnTo>
                    <a:pt x="1977974" y="2332837"/>
                  </a:lnTo>
                  <a:lnTo>
                    <a:pt x="2018982" y="2311984"/>
                  </a:lnTo>
                  <a:lnTo>
                    <a:pt x="2064486" y="2286533"/>
                  </a:lnTo>
                  <a:lnTo>
                    <a:pt x="2081695" y="2275941"/>
                  </a:lnTo>
                  <a:close/>
                </a:path>
                <a:path w="4330065" h="2494915">
                  <a:moveTo>
                    <a:pt x="2408504" y="1804543"/>
                  </a:moveTo>
                  <a:lnTo>
                    <a:pt x="2403284" y="1731835"/>
                  </a:lnTo>
                  <a:lnTo>
                    <a:pt x="2385098" y="1659686"/>
                  </a:lnTo>
                  <a:lnTo>
                    <a:pt x="2371140" y="1624012"/>
                  </a:lnTo>
                  <a:lnTo>
                    <a:pt x="2353932" y="1588719"/>
                  </a:lnTo>
                  <a:lnTo>
                    <a:pt x="2333485" y="1553883"/>
                  </a:lnTo>
                  <a:lnTo>
                    <a:pt x="2309799" y="1519580"/>
                  </a:lnTo>
                  <a:lnTo>
                    <a:pt x="2282863" y="1485887"/>
                  </a:lnTo>
                  <a:lnTo>
                    <a:pt x="2252688" y="1452905"/>
                  </a:lnTo>
                  <a:lnTo>
                    <a:pt x="2219274" y="1420672"/>
                  </a:lnTo>
                  <a:lnTo>
                    <a:pt x="2182609" y="1389303"/>
                  </a:lnTo>
                  <a:lnTo>
                    <a:pt x="2142718" y="1358874"/>
                  </a:lnTo>
                  <a:lnTo>
                    <a:pt x="2099576" y="1329448"/>
                  </a:lnTo>
                  <a:lnTo>
                    <a:pt x="2053183" y="1301102"/>
                  </a:lnTo>
                  <a:lnTo>
                    <a:pt x="2048878" y="1298702"/>
                  </a:lnTo>
                  <a:lnTo>
                    <a:pt x="1231468" y="1777415"/>
                  </a:lnTo>
                  <a:lnTo>
                    <a:pt x="2081695" y="2275827"/>
                  </a:lnTo>
                  <a:lnTo>
                    <a:pt x="2126132" y="2246922"/>
                  </a:lnTo>
                  <a:lnTo>
                    <a:pt x="2167318" y="2216975"/>
                  </a:lnTo>
                  <a:lnTo>
                    <a:pt x="2205266" y="2186051"/>
                  </a:lnTo>
                  <a:lnTo>
                    <a:pt x="2239962" y="2154237"/>
                  </a:lnTo>
                  <a:lnTo>
                    <a:pt x="2271420" y="2121611"/>
                  </a:lnTo>
                  <a:lnTo>
                    <a:pt x="2299627" y="2088261"/>
                  </a:lnTo>
                  <a:lnTo>
                    <a:pt x="2324595" y="2054250"/>
                  </a:lnTo>
                  <a:lnTo>
                    <a:pt x="2346312" y="2019668"/>
                  </a:lnTo>
                  <a:lnTo>
                    <a:pt x="2364790" y="1984590"/>
                  </a:lnTo>
                  <a:lnTo>
                    <a:pt x="2380030" y="1949094"/>
                  </a:lnTo>
                  <a:lnTo>
                    <a:pt x="2400757" y="1877174"/>
                  </a:lnTo>
                  <a:lnTo>
                    <a:pt x="2408504" y="1804543"/>
                  </a:lnTo>
                  <a:close/>
                </a:path>
                <a:path w="4330065" h="2494915">
                  <a:moveTo>
                    <a:pt x="4329442" y="361073"/>
                  </a:moveTo>
                  <a:lnTo>
                    <a:pt x="4326674" y="301104"/>
                  </a:lnTo>
                  <a:lnTo>
                    <a:pt x="4318546" y="246062"/>
                  </a:lnTo>
                  <a:lnTo>
                    <a:pt x="4305351" y="196138"/>
                  </a:lnTo>
                  <a:lnTo>
                    <a:pt x="4287355" y="151485"/>
                  </a:lnTo>
                  <a:lnTo>
                    <a:pt x="4264850" y="112268"/>
                  </a:lnTo>
                  <a:lnTo>
                    <a:pt x="4238091" y="78638"/>
                  </a:lnTo>
                  <a:lnTo>
                    <a:pt x="4207383" y="50761"/>
                  </a:lnTo>
                  <a:lnTo>
                    <a:pt x="4172978" y="28790"/>
                  </a:lnTo>
                  <a:lnTo>
                    <a:pt x="4135183" y="12903"/>
                  </a:lnTo>
                  <a:lnTo>
                    <a:pt x="4094251" y="3251"/>
                  </a:lnTo>
                  <a:lnTo>
                    <a:pt x="4050461" y="0"/>
                  </a:lnTo>
                  <a:lnTo>
                    <a:pt x="4008717" y="2692"/>
                  </a:lnTo>
                  <a:lnTo>
                    <a:pt x="3965079" y="10858"/>
                  </a:lnTo>
                  <a:lnTo>
                    <a:pt x="3919778" y="24612"/>
                  </a:lnTo>
                  <a:lnTo>
                    <a:pt x="3872992" y="44030"/>
                  </a:lnTo>
                  <a:lnTo>
                    <a:pt x="3824909" y="69265"/>
                  </a:lnTo>
                  <a:lnTo>
                    <a:pt x="3787229" y="92659"/>
                  </a:lnTo>
                  <a:lnTo>
                    <a:pt x="3750310" y="118745"/>
                  </a:lnTo>
                  <a:lnTo>
                    <a:pt x="3714229" y="147358"/>
                  </a:lnTo>
                  <a:lnTo>
                    <a:pt x="3679113" y="178308"/>
                  </a:lnTo>
                  <a:lnTo>
                    <a:pt x="3645027" y="211442"/>
                  </a:lnTo>
                  <a:lnTo>
                    <a:pt x="3612096" y="246595"/>
                  </a:lnTo>
                  <a:lnTo>
                    <a:pt x="3580409" y="283591"/>
                  </a:lnTo>
                  <a:lnTo>
                    <a:pt x="3550056" y="322262"/>
                  </a:lnTo>
                  <a:lnTo>
                    <a:pt x="3521151" y="362432"/>
                  </a:lnTo>
                  <a:lnTo>
                    <a:pt x="3493770" y="403948"/>
                  </a:lnTo>
                  <a:lnTo>
                    <a:pt x="3468014" y="446633"/>
                  </a:lnTo>
                  <a:lnTo>
                    <a:pt x="3443998" y="490321"/>
                  </a:lnTo>
                  <a:lnTo>
                    <a:pt x="3421799" y="534847"/>
                  </a:lnTo>
                  <a:lnTo>
                    <a:pt x="3401530" y="580021"/>
                  </a:lnTo>
                  <a:lnTo>
                    <a:pt x="3383280" y="625703"/>
                  </a:lnTo>
                  <a:lnTo>
                    <a:pt x="3367138" y="671715"/>
                  </a:lnTo>
                  <a:lnTo>
                    <a:pt x="3353219" y="717880"/>
                  </a:lnTo>
                  <a:lnTo>
                    <a:pt x="3341611" y="764032"/>
                  </a:lnTo>
                  <a:lnTo>
                    <a:pt x="3332416" y="810018"/>
                  </a:lnTo>
                  <a:lnTo>
                    <a:pt x="3325736" y="855649"/>
                  </a:lnTo>
                  <a:lnTo>
                    <a:pt x="3321647" y="900760"/>
                  </a:lnTo>
                  <a:lnTo>
                    <a:pt x="3320262" y="945184"/>
                  </a:lnTo>
                  <a:lnTo>
                    <a:pt x="3323031" y="1005166"/>
                  </a:lnTo>
                  <a:lnTo>
                    <a:pt x="3331146" y="1060196"/>
                  </a:lnTo>
                  <a:lnTo>
                    <a:pt x="3344329" y="1110107"/>
                  </a:lnTo>
                  <a:lnTo>
                    <a:pt x="3362312" y="1154747"/>
                  </a:lnTo>
                  <a:lnTo>
                    <a:pt x="3384816" y="1193952"/>
                  </a:lnTo>
                  <a:lnTo>
                    <a:pt x="3411563" y="1227569"/>
                  </a:lnTo>
                  <a:lnTo>
                    <a:pt x="3442271" y="1255433"/>
                  </a:lnTo>
                  <a:lnTo>
                    <a:pt x="3476663" y="1277378"/>
                  </a:lnTo>
                  <a:lnTo>
                    <a:pt x="3514483" y="1293253"/>
                  </a:lnTo>
                  <a:lnTo>
                    <a:pt x="3555428" y="1302893"/>
                  </a:lnTo>
                  <a:lnTo>
                    <a:pt x="3599243" y="1306144"/>
                  </a:lnTo>
                  <a:lnTo>
                    <a:pt x="3640988" y="1303464"/>
                  </a:lnTo>
                  <a:lnTo>
                    <a:pt x="3684625" y="1295323"/>
                  </a:lnTo>
                  <a:lnTo>
                    <a:pt x="3729952" y="1281620"/>
                  </a:lnTo>
                  <a:lnTo>
                    <a:pt x="3776776" y="1262214"/>
                  </a:lnTo>
                  <a:lnTo>
                    <a:pt x="3824909" y="1237005"/>
                  </a:lnTo>
                  <a:lnTo>
                    <a:pt x="3862578" y="1213586"/>
                  </a:lnTo>
                  <a:lnTo>
                    <a:pt x="3899484" y="1187488"/>
                  </a:lnTo>
                  <a:lnTo>
                    <a:pt x="3935552" y="1158875"/>
                  </a:lnTo>
                  <a:lnTo>
                    <a:pt x="3970655" y="1127899"/>
                  </a:lnTo>
                  <a:lnTo>
                    <a:pt x="4004729" y="1094752"/>
                  </a:lnTo>
                  <a:lnTo>
                    <a:pt x="4037647" y="1059599"/>
                  </a:lnTo>
                  <a:lnTo>
                    <a:pt x="4069334" y="1022604"/>
                  </a:lnTo>
                  <a:lnTo>
                    <a:pt x="4099674" y="983919"/>
                  </a:lnTo>
                  <a:lnTo>
                    <a:pt x="4128579" y="943749"/>
                  </a:lnTo>
                  <a:lnTo>
                    <a:pt x="4155960" y="902233"/>
                  </a:lnTo>
                  <a:lnTo>
                    <a:pt x="4181703" y="859536"/>
                  </a:lnTo>
                  <a:lnTo>
                    <a:pt x="4205719" y="815860"/>
                  </a:lnTo>
                  <a:lnTo>
                    <a:pt x="4227906" y="771334"/>
                  </a:lnTo>
                  <a:lnTo>
                    <a:pt x="4248175" y="726160"/>
                  </a:lnTo>
                  <a:lnTo>
                    <a:pt x="4266425" y="680478"/>
                  </a:lnTo>
                  <a:lnTo>
                    <a:pt x="4282567" y="634479"/>
                  </a:lnTo>
                  <a:lnTo>
                    <a:pt x="4296486" y="588327"/>
                  </a:lnTo>
                  <a:lnTo>
                    <a:pt x="4308081" y="542175"/>
                  </a:lnTo>
                  <a:lnTo>
                    <a:pt x="4317289" y="496214"/>
                  </a:lnTo>
                  <a:lnTo>
                    <a:pt x="4323969" y="450596"/>
                  </a:lnTo>
                  <a:lnTo>
                    <a:pt x="4328058" y="405498"/>
                  </a:lnTo>
                  <a:lnTo>
                    <a:pt x="4329442" y="361073"/>
                  </a:lnTo>
                  <a:close/>
                </a:path>
              </a:pathLst>
            </a:custGeom>
            <a:solidFill>
              <a:srgbClr val="81A6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3794516" y="4440739"/>
              <a:ext cx="1129030" cy="670560"/>
            </a:xfrm>
            <a:custGeom>
              <a:avLst/>
              <a:gdLst/>
              <a:ahLst/>
              <a:cxnLst/>
              <a:rect l="l" t="t" r="r" b="b"/>
              <a:pathLst>
                <a:path w="1129030" h="670560">
                  <a:moveTo>
                    <a:pt x="23269" y="670179"/>
                  </a:moveTo>
                  <a:lnTo>
                    <a:pt x="12848" y="670179"/>
                  </a:lnTo>
                  <a:lnTo>
                    <a:pt x="6140" y="666578"/>
                  </a:lnTo>
                  <a:lnTo>
                    <a:pt x="2547" y="659975"/>
                  </a:lnTo>
                  <a:lnTo>
                    <a:pt x="0" y="652458"/>
                  </a:lnTo>
                  <a:lnTo>
                    <a:pt x="495" y="644760"/>
                  </a:lnTo>
                  <a:lnTo>
                    <a:pt x="1101684" y="960"/>
                  </a:lnTo>
                  <a:lnTo>
                    <a:pt x="1108511" y="0"/>
                  </a:lnTo>
                  <a:lnTo>
                    <a:pt x="1115459" y="0"/>
                  </a:lnTo>
                  <a:lnTo>
                    <a:pt x="1122287" y="3601"/>
                  </a:lnTo>
                  <a:lnTo>
                    <a:pt x="1126000" y="10203"/>
                  </a:lnTo>
                  <a:lnTo>
                    <a:pt x="1128513" y="17703"/>
                  </a:lnTo>
                  <a:lnTo>
                    <a:pt x="1127961" y="25373"/>
                  </a:lnTo>
                  <a:lnTo>
                    <a:pt x="1124602" y="32300"/>
                  </a:lnTo>
                  <a:lnTo>
                    <a:pt x="1118693" y="37572"/>
                  </a:lnTo>
                  <a:lnTo>
                    <a:pt x="26743" y="669338"/>
                  </a:lnTo>
                  <a:lnTo>
                    <a:pt x="23269" y="670179"/>
                  </a:lnTo>
                  <a:close/>
                </a:path>
              </a:pathLst>
            </a:custGeom>
            <a:solidFill>
              <a:srgbClr val="1D1A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7197728" y="2086170"/>
              <a:ext cx="419100" cy="488315"/>
            </a:xfrm>
            <a:custGeom>
              <a:avLst/>
              <a:gdLst/>
              <a:ahLst/>
              <a:cxnLst/>
              <a:rect l="l" t="t" r="r" b="b"/>
              <a:pathLst>
                <a:path w="419100" h="488314">
                  <a:moveTo>
                    <a:pt x="188540" y="488199"/>
                  </a:moveTo>
                  <a:lnTo>
                    <a:pt x="46116" y="405732"/>
                  </a:lnTo>
                  <a:lnTo>
                    <a:pt x="12322" y="366464"/>
                  </a:lnTo>
                  <a:lnTo>
                    <a:pt x="0" y="301898"/>
                  </a:lnTo>
                  <a:lnTo>
                    <a:pt x="4253" y="256640"/>
                  </a:lnTo>
                  <a:lnTo>
                    <a:pt x="16371" y="210361"/>
                  </a:lnTo>
                  <a:lnTo>
                    <a:pt x="35387" y="164731"/>
                  </a:lnTo>
                  <a:lnTo>
                    <a:pt x="60334" y="121419"/>
                  </a:lnTo>
                  <a:lnTo>
                    <a:pt x="90248" y="82095"/>
                  </a:lnTo>
                  <a:lnTo>
                    <a:pt x="124161" y="48428"/>
                  </a:lnTo>
                  <a:lnTo>
                    <a:pt x="161109" y="22087"/>
                  </a:lnTo>
                  <a:lnTo>
                    <a:pt x="198691" y="5416"/>
                  </a:lnTo>
                  <a:lnTo>
                    <a:pt x="233219" y="0"/>
                  </a:lnTo>
                  <a:lnTo>
                    <a:pt x="244838" y="735"/>
                  </a:lnTo>
                  <a:lnTo>
                    <a:pt x="255948" y="2910"/>
                  </a:lnTo>
                  <a:lnTo>
                    <a:pt x="266384" y="6482"/>
                  </a:lnTo>
                  <a:lnTo>
                    <a:pt x="276102" y="11403"/>
                  </a:lnTo>
                  <a:lnTo>
                    <a:pt x="418525" y="93750"/>
                  </a:lnTo>
                  <a:lnTo>
                    <a:pt x="188540" y="488199"/>
                  </a:lnTo>
                  <a:close/>
                </a:path>
              </a:pathLst>
            </a:custGeom>
            <a:solidFill>
              <a:srgbClr val="F5F5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7340151" y="2168396"/>
              <a:ext cx="322580" cy="417830"/>
            </a:xfrm>
            <a:custGeom>
              <a:avLst/>
              <a:gdLst/>
              <a:ahLst/>
              <a:cxnLst/>
              <a:rect l="l" t="t" r="r" b="b"/>
              <a:pathLst>
                <a:path w="322580" h="417830">
                  <a:moveTo>
                    <a:pt x="89119" y="417256"/>
                  </a:moveTo>
                  <a:lnTo>
                    <a:pt x="52908" y="409495"/>
                  </a:lnTo>
                  <a:lnTo>
                    <a:pt x="24750" y="386946"/>
                  </a:lnTo>
                  <a:lnTo>
                    <a:pt x="6496" y="350713"/>
                  </a:lnTo>
                  <a:lnTo>
                    <a:pt x="0" y="301898"/>
                  </a:lnTo>
                  <a:lnTo>
                    <a:pt x="4253" y="256715"/>
                  </a:lnTo>
                  <a:lnTo>
                    <a:pt x="16371" y="210466"/>
                  </a:lnTo>
                  <a:lnTo>
                    <a:pt x="35387" y="164832"/>
                  </a:lnTo>
                  <a:lnTo>
                    <a:pt x="60334" y="121495"/>
                  </a:lnTo>
                  <a:lnTo>
                    <a:pt x="90248" y="82137"/>
                  </a:lnTo>
                  <a:lnTo>
                    <a:pt x="124161" y="48440"/>
                  </a:lnTo>
                  <a:lnTo>
                    <a:pt x="161109" y="22087"/>
                  </a:lnTo>
                  <a:lnTo>
                    <a:pt x="198676" y="5416"/>
                  </a:lnTo>
                  <a:lnTo>
                    <a:pt x="233099" y="0"/>
                  </a:lnTo>
                  <a:lnTo>
                    <a:pt x="269278" y="7864"/>
                  </a:lnTo>
                  <a:lnTo>
                    <a:pt x="297513" y="30384"/>
                  </a:lnTo>
                  <a:lnTo>
                    <a:pt x="315821" y="66612"/>
                  </a:lnTo>
                  <a:lnTo>
                    <a:pt x="322338" y="115477"/>
                  </a:lnTo>
                  <a:lnTo>
                    <a:pt x="318084" y="160660"/>
                  </a:lnTo>
                  <a:lnTo>
                    <a:pt x="305964" y="206907"/>
                  </a:lnTo>
                  <a:lnTo>
                    <a:pt x="286941" y="252534"/>
                  </a:lnTo>
                  <a:lnTo>
                    <a:pt x="261981" y="295858"/>
                  </a:lnTo>
                  <a:lnTo>
                    <a:pt x="232046" y="335194"/>
                  </a:lnTo>
                  <a:lnTo>
                    <a:pt x="198101" y="368859"/>
                  </a:lnTo>
                  <a:lnTo>
                    <a:pt x="161109" y="395169"/>
                  </a:lnTo>
                  <a:lnTo>
                    <a:pt x="123542" y="411839"/>
                  </a:lnTo>
                  <a:lnTo>
                    <a:pt x="105875" y="415915"/>
                  </a:lnTo>
                  <a:lnTo>
                    <a:pt x="89119" y="417256"/>
                  </a:lnTo>
                  <a:close/>
                </a:path>
              </a:pathLst>
            </a:custGeom>
            <a:solidFill>
              <a:srgbClr val="ABBC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4057953" y="3664085"/>
              <a:ext cx="1744980" cy="1955800"/>
            </a:xfrm>
            <a:custGeom>
              <a:avLst/>
              <a:gdLst/>
              <a:ahLst/>
              <a:cxnLst/>
              <a:rect l="l" t="t" r="r" b="b"/>
              <a:pathLst>
                <a:path w="1744980" h="1955800">
                  <a:moveTo>
                    <a:pt x="1288757" y="836193"/>
                  </a:moveTo>
                  <a:lnTo>
                    <a:pt x="301136" y="836193"/>
                  </a:lnTo>
                  <a:lnTo>
                    <a:pt x="1578631" y="0"/>
                  </a:lnTo>
                  <a:lnTo>
                    <a:pt x="1578631" y="169375"/>
                  </a:lnTo>
                  <a:lnTo>
                    <a:pt x="1577440" y="217923"/>
                  </a:lnTo>
                  <a:lnTo>
                    <a:pt x="1573862" y="266256"/>
                  </a:lnTo>
                  <a:lnTo>
                    <a:pt x="1567894" y="314250"/>
                  </a:lnTo>
                  <a:lnTo>
                    <a:pt x="1559530" y="361784"/>
                  </a:lnTo>
                  <a:lnTo>
                    <a:pt x="1548767" y="408735"/>
                  </a:lnTo>
                  <a:lnTo>
                    <a:pt x="1535599" y="454980"/>
                  </a:lnTo>
                  <a:lnTo>
                    <a:pt x="1520023" y="500398"/>
                  </a:lnTo>
                  <a:lnTo>
                    <a:pt x="1502032" y="544867"/>
                  </a:lnTo>
                  <a:lnTo>
                    <a:pt x="1481624" y="588263"/>
                  </a:lnTo>
                  <a:lnTo>
                    <a:pt x="1458793" y="630466"/>
                  </a:lnTo>
                  <a:lnTo>
                    <a:pt x="1433534" y="671351"/>
                  </a:lnTo>
                  <a:lnTo>
                    <a:pt x="1405844" y="710798"/>
                  </a:lnTo>
                  <a:lnTo>
                    <a:pt x="1375717" y="748684"/>
                  </a:lnTo>
                  <a:lnTo>
                    <a:pt x="1343877" y="784248"/>
                  </a:lnTo>
                  <a:lnTo>
                    <a:pt x="1309236" y="818481"/>
                  </a:lnTo>
                  <a:lnTo>
                    <a:pt x="1288757" y="836193"/>
                  </a:lnTo>
                  <a:close/>
                </a:path>
                <a:path w="1744980" h="1955800">
                  <a:moveTo>
                    <a:pt x="301136" y="1409500"/>
                  </a:moveTo>
                  <a:lnTo>
                    <a:pt x="262087" y="1398937"/>
                  </a:lnTo>
                  <a:lnTo>
                    <a:pt x="0" y="1247327"/>
                  </a:lnTo>
                  <a:lnTo>
                    <a:pt x="0" y="662016"/>
                  </a:lnTo>
                  <a:lnTo>
                    <a:pt x="301136" y="836193"/>
                  </a:lnTo>
                  <a:lnTo>
                    <a:pt x="1288757" y="836193"/>
                  </a:lnTo>
                  <a:lnTo>
                    <a:pt x="1271698" y="850946"/>
                  </a:lnTo>
                  <a:lnTo>
                    <a:pt x="1231164" y="881203"/>
                  </a:lnTo>
                  <a:lnTo>
                    <a:pt x="1187537" y="908816"/>
                  </a:lnTo>
                  <a:lnTo>
                    <a:pt x="1014090" y="1009049"/>
                  </a:lnTo>
                  <a:lnTo>
                    <a:pt x="1026779" y="1029096"/>
                  </a:lnTo>
                  <a:lnTo>
                    <a:pt x="979353" y="1029096"/>
                  </a:lnTo>
                  <a:lnTo>
                    <a:pt x="797521" y="1134490"/>
                  </a:lnTo>
                  <a:lnTo>
                    <a:pt x="810140" y="1154417"/>
                  </a:lnTo>
                  <a:lnTo>
                    <a:pt x="762544" y="1154417"/>
                  </a:lnTo>
                  <a:lnTo>
                    <a:pt x="339946" y="1398937"/>
                  </a:lnTo>
                  <a:lnTo>
                    <a:pt x="330715" y="1403575"/>
                  </a:lnTo>
                  <a:lnTo>
                    <a:pt x="321080" y="1406874"/>
                  </a:lnTo>
                  <a:lnTo>
                    <a:pt x="311176" y="1408845"/>
                  </a:lnTo>
                  <a:lnTo>
                    <a:pt x="301136" y="1409500"/>
                  </a:lnTo>
                  <a:close/>
                </a:path>
                <a:path w="1744980" h="1955800">
                  <a:moveTo>
                    <a:pt x="957939" y="1324392"/>
                  </a:moveTo>
                  <a:lnTo>
                    <a:pt x="917784" y="1324392"/>
                  </a:lnTo>
                  <a:lnTo>
                    <a:pt x="1099616" y="1219238"/>
                  </a:lnTo>
                  <a:lnTo>
                    <a:pt x="979352" y="1029096"/>
                  </a:lnTo>
                  <a:lnTo>
                    <a:pt x="1026779" y="1029096"/>
                  </a:lnTo>
                  <a:lnTo>
                    <a:pt x="1157849" y="1236164"/>
                  </a:lnTo>
                  <a:lnTo>
                    <a:pt x="1110603" y="1236164"/>
                  </a:lnTo>
                  <a:lnTo>
                    <a:pt x="957939" y="1324392"/>
                  </a:lnTo>
                  <a:close/>
                </a:path>
                <a:path w="1744980" h="1955800">
                  <a:moveTo>
                    <a:pt x="639526" y="1955678"/>
                  </a:moveTo>
                  <a:lnTo>
                    <a:pt x="629105" y="1955678"/>
                  </a:lnTo>
                  <a:lnTo>
                    <a:pt x="622397" y="1952077"/>
                  </a:lnTo>
                  <a:lnTo>
                    <a:pt x="618563" y="1945475"/>
                  </a:lnTo>
                  <a:lnTo>
                    <a:pt x="616052" y="1937958"/>
                  </a:lnTo>
                  <a:lnTo>
                    <a:pt x="616617" y="1930260"/>
                  </a:lnTo>
                  <a:lnTo>
                    <a:pt x="620012" y="1923328"/>
                  </a:lnTo>
                  <a:lnTo>
                    <a:pt x="625990" y="1918106"/>
                  </a:lnTo>
                  <a:lnTo>
                    <a:pt x="1012293" y="1694593"/>
                  </a:lnTo>
                  <a:lnTo>
                    <a:pt x="1012293" y="1587758"/>
                  </a:lnTo>
                  <a:lnTo>
                    <a:pt x="1010473" y="1569152"/>
                  </a:lnTo>
                  <a:lnTo>
                    <a:pt x="1010405" y="1568453"/>
                  </a:lnTo>
                  <a:lnTo>
                    <a:pt x="1004911" y="1547740"/>
                  </a:lnTo>
                  <a:lnTo>
                    <a:pt x="996072" y="1526330"/>
                  </a:lnTo>
                  <a:lnTo>
                    <a:pt x="984144" y="1504931"/>
                  </a:lnTo>
                  <a:lnTo>
                    <a:pt x="762544" y="1154417"/>
                  </a:lnTo>
                  <a:lnTo>
                    <a:pt x="810140" y="1154417"/>
                  </a:lnTo>
                  <a:lnTo>
                    <a:pt x="917784" y="1324392"/>
                  </a:lnTo>
                  <a:lnTo>
                    <a:pt x="957939" y="1324392"/>
                  </a:lnTo>
                  <a:lnTo>
                    <a:pt x="928444" y="1341438"/>
                  </a:lnTo>
                  <a:lnTo>
                    <a:pt x="1018163" y="1483324"/>
                  </a:lnTo>
                  <a:lnTo>
                    <a:pt x="1043662" y="1536577"/>
                  </a:lnTo>
                  <a:lnTo>
                    <a:pt x="1052541" y="1587758"/>
                  </a:lnTo>
                  <a:lnTo>
                    <a:pt x="1052541" y="1671186"/>
                  </a:lnTo>
                  <a:lnTo>
                    <a:pt x="1133345" y="1671186"/>
                  </a:lnTo>
                  <a:lnTo>
                    <a:pt x="642999" y="1954838"/>
                  </a:lnTo>
                  <a:lnTo>
                    <a:pt x="639526" y="1955678"/>
                  </a:lnTo>
                  <a:close/>
                </a:path>
                <a:path w="1744980" h="1955800">
                  <a:moveTo>
                    <a:pt x="1133345" y="1671186"/>
                  </a:moveTo>
                  <a:lnTo>
                    <a:pt x="1052541" y="1671186"/>
                  </a:lnTo>
                  <a:lnTo>
                    <a:pt x="1228982" y="1569152"/>
                  </a:lnTo>
                  <a:lnTo>
                    <a:pt x="1228982" y="1462318"/>
                  </a:lnTo>
                  <a:lnTo>
                    <a:pt x="1221660" y="1422300"/>
                  </a:lnTo>
                  <a:lnTo>
                    <a:pt x="1200953" y="1379491"/>
                  </a:lnTo>
                  <a:lnTo>
                    <a:pt x="1110276" y="1236164"/>
                  </a:lnTo>
                  <a:lnTo>
                    <a:pt x="1157849" y="1236164"/>
                  </a:lnTo>
                  <a:lnTo>
                    <a:pt x="1234971" y="1358003"/>
                  </a:lnTo>
                  <a:lnTo>
                    <a:pt x="1260410" y="1411165"/>
                  </a:lnTo>
                  <a:lnTo>
                    <a:pt x="1269219" y="1462318"/>
                  </a:lnTo>
                  <a:lnTo>
                    <a:pt x="1269230" y="1546104"/>
                  </a:lnTo>
                  <a:lnTo>
                    <a:pt x="1349571" y="1546104"/>
                  </a:lnTo>
                  <a:lnTo>
                    <a:pt x="1133345" y="1671186"/>
                  </a:lnTo>
                  <a:close/>
                </a:path>
                <a:path w="1744980" h="1955800">
                  <a:moveTo>
                    <a:pt x="1349571" y="1546104"/>
                  </a:moveTo>
                  <a:lnTo>
                    <a:pt x="1269230" y="1546104"/>
                  </a:lnTo>
                  <a:lnTo>
                    <a:pt x="1714706" y="1288380"/>
                  </a:lnTo>
                  <a:lnTo>
                    <a:pt x="1717820" y="1286699"/>
                  </a:lnTo>
                  <a:lnTo>
                    <a:pt x="1721294" y="1285739"/>
                  </a:lnTo>
                  <a:lnTo>
                    <a:pt x="1731715" y="1285739"/>
                  </a:lnTo>
                  <a:lnTo>
                    <a:pt x="1738423" y="1289340"/>
                  </a:lnTo>
                  <a:lnTo>
                    <a:pt x="1742136" y="1295702"/>
                  </a:lnTo>
                  <a:lnTo>
                    <a:pt x="1744665" y="1303342"/>
                  </a:lnTo>
                  <a:lnTo>
                    <a:pt x="1744128" y="1311082"/>
                  </a:lnTo>
                  <a:lnTo>
                    <a:pt x="1740738" y="1318035"/>
                  </a:lnTo>
                  <a:lnTo>
                    <a:pt x="1734710" y="1323311"/>
                  </a:lnTo>
                  <a:lnTo>
                    <a:pt x="1349571" y="1546104"/>
                  </a:lnTo>
                  <a:close/>
                </a:path>
              </a:pathLst>
            </a:custGeom>
            <a:solidFill>
              <a:srgbClr val="343F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5849082" y="2410275"/>
              <a:ext cx="1498600" cy="1099185"/>
            </a:xfrm>
            <a:custGeom>
              <a:avLst/>
              <a:gdLst/>
              <a:ahLst/>
              <a:cxnLst/>
              <a:rect l="l" t="t" r="r" b="b"/>
              <a:pathLst>
                <a:path w="1498600" h="1099185">
                  <a:moveTo>
                    <a:pt x="0" y="1098838"/>
                  </a:moveTo>
                  <a:lnTo>
                    <a:pt x="0" y="867043"/>
                  </a:lnTo>
                  <a:lnTo>
                    <a:pt x="1498496" y="0"/>
                  </a:lnTo>
                  <a:lnTo>
                    <a:pt x="1498376" y="110916"/>
                  </a:lnTo>
                  <a:lnTo>
                    <a:pt x="0" y="1098838"/>
                  </a:lnTo>
                  <a:close/>
                </a:path>
              </a:pathLst>
            </a:custGeom>
            <a:solidFill>
              <a:srgbClr val="ABBC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5569146" y="2328049"/>
              <a:ext cx="1778635" cy="1409065"/>
            </a:xfrm>
            <a:custGeom>
              <a:avLst/>
              <a:gdLst/>
              <a:ahLst/>
              <a:cxnLst/>
              <a:rect l="l" t="t" r="r" b="b"/>
              <a:pathLst>
                <a:path w="1778634" h="1409064">
                  <a:moveTo>
                    <a:pt x="1778304" y="82232"/>
                  </a:moveTo>
                  <a:lnTo>
                    <a:pt x="1636242" y="0"/>
                  </a:lnTo>
                  <a:lnTo>
                    <a:pt x="137629" y="867054"/>
                  </a:lnTo>
                  <a:lnTo>
                    <a:pt x="261112" y="938479"/>
                  </a:lnTo>
                  <a:lnTo>
                    <a:pt x="240944" y="946365"/>
                  </a:lnTo>
                  <a:lnTo>
                    <a:pt x="216687" y="957084"/>
                  </a:lnTo>
                  <a:lnTo>
                    <a:pt x="182829" y="994575"/>
                  </a:lnTo>
                  <a:lnTo>
                    <a:pt x="108343" y="1074369"/>
                  </a:lnTo>
                  <a:lnTo>
                    <a:pt x="0" y="1189596"/>
                  </a:lnTo>
                  <a:lnTo>
                    <a:pt x="77012" y="1408544"/>
                  </a:lnTo>
                  <a:lnTo>
                    <a:pt x="372046" y="1116965"/>
                  </a:lnTo>
                  <a:lnTo>
                    <a:pt x="371919" y="895985"/>
                  </a:lnTo>
                  <a:lnTo>
                    <a:pt x="1778304" y="82232"/>
                  </a:lnTo>
                  <a:close/>
                </a:path>
              </a:pathLst>
            </a:custGeom>
            <a:solidFill>
              <a:srgbClr val="81A6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4077957" y="3140954"/>
              <a:ext cx="1863725" cy="1082675"/>
            </a:xfrm>
            <a:custGeom>
              <a:avLst/>
              <a:gdLst/>
              <a:ahLst/>
              <a:cxnLst/>
              <a:rect l="l" t="t" r="r" b="b"/>
              <a:pathLst>
                <a:path w="1863725" h="1082675">
                  <a:moveTo>
                    <a:pt x="424993" y="1082393"/>
                  </a:moveTo>
                  <a:lnTo>
                    <a:pt x="0" y="834872"/>
                  </a:lnTo>
                  <a:lnTo>
                    <a:pt x="1141061" y="174776"/>
                  </a:lnTo>
                  <a:lnTo>
                    <a:pt x="1722372" y="0"/>
                  </a:lnTo>
                  <a:lnTo>
                    <a:pt x="1863118" y="83067"/>
                  </a:lnTo>
                  <a:lnTo>
                    <a:pt x="1568450" y="420617"/>
                  </a:lnTo>
                  <a:lnTo>
                    <a:pt x="424993" y="1082393"/>
                  </a:lnTo>
                  <a:close/>
                </a:path>
              </a:pathLst>
            </a:custGeom>
            <a:solidFill>
              <a:srgbClr val="343F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3719444" y="4362113"/>
              <a:ext cx="474980" cy="707390"/>
            </a:xfrm>
            <a:custGeom>
              <a:avLst/>
              <a:gdLst/>
              <a:ahLst/>
              <a:cxnLst/>
              <a:rect l="l" t="t" r="r" b="b"/>
              <a:pathLst>
                <a:path w="474980" h="707389">
                  <a:moveTo>
                    <a:pt x="474823" y="707271"/>
                  </a:moveTo>
                  <a:lnTo>
                    <a:pt x="102175" y="490000"/>
                  </a:lnTo>
                  <a:lnTo>
                    <a:pt x="0" y="0"/>
                  </a:lnTo>
                  <a:lnTo>
                    <a:pt x="372647" y="217271"/>
                  </a:lnTo>
                  <a:lnTo>
                    <a:pt x="474823" y="707271"/>
                  </a:lnTo>
                  <a:close/>
                </a:path>
              </a:pathLst>
            </a:custGeom>
            <a:solidFill>
              <a:srgbClr val="81A6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3789038" y="4498598"/>
              <a:ext cx="347980" cy="490855"/>
            </a:xfrm>
            <a:custGeom>
              <a:avLst/>
              <a:gdLst/>
              <a:ahLst/>
              <a:cxnLst/>
              <a:rect l="l" t="t" r="r" b="b"/>
              <a:pathLst>
                <a:path w="347980" h="490854">
                  <a:moveTo>
                    <a:pt x="347493" y="490480"/>
                  </a:moveTo>
                  <a:lnTo>
                    <a:pt x="68276" y="327707"/>
                  </a:lnTo>
                  <a:lnTo>
                    <a:pt x="0" y="0"/>
                  </a:lnTo>
                  <a:lnTo>
                    <a:pt x="278856" y="161332"/>
                  </a:lnTo>
                  <a:lnTo>
                    <a:pt x="347493" y="490480"/>
                  </a:lnTo>
                  <a:close/>
                </a:path>
              </a:pathLst>
            </a:custGeom>
            <a:solidFill>
              <a:srgbClr val="343F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3719564" y="4283007"/>
              <a:ext cx="407034" cy="296545"/>
            </a:xfrm>
            <a:custGeom>
              <a:avLst/>
              <a:gdLst/>
              <a:ahLst/>
              <a:cxnLst/>
              <a:rect l="l" t="t" r="r" b="b"/>
              <a:pathLst>
                <a:path w="407034" h="296545">
                  <a:moveTo>
                    <a:pt x="372647" y="296376"/>
                  </a:moveTo>
                  <a:lnTo>
                    <a:pt x="0" y="79105"/>
                  </a:lnTo>
                  <a:lnTo>
                    <a:pt x="33898" y="0"/>
                  </a:lnTo>
                  <a:lnTo>
                    <a:pt x="406546" y="217270"/>
                  </a:lnTo>
                  <a:lnTo>
                    <a:pt x="372647" y="296376"/>
                  </a:lnTo>
                  <a:close/>
                </a:path>
              </a:pathLst>
            </a:custGeom>
            <a:solidFill>
              <a:srgbClr val="4E78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3753338" y="3435412"/>
              <a:ext cx="1893570" cy="1634489"/>
            </a:xfrm>
            <a:custGeom>
              <a:avLst/>
              <a:gdLst/>
              <a:ahLst/>
              <a:cxnLst/>
              <a:rect l="l" t="t" r="r" b="b"/>
              <a:pathLst>
                <a:path w="1893569" h="1634489">
                  <a:moveTo>
                    <a:pt x="749604" y="787946"/>
                  </a:moveTo>
                  <a:lnTo>
                    <a:pt x="324612" y="540423"/>
                  </a:lnTo>
                  <a:lnTo>
                    <a:pt x="0" y="847598"/>
                  </a:lnTo>
                  <a:lnTo>
                    <a:pt x="372643" y="1064869"/>
                  </a:lnTo>
                  <a:lnTo>
                    <a:pt x="749604" y="787946"/>
                  </a:lnTo>
                  <a:close/>
                </a:path>
                <a:path w="1893569" h="1634489">
                  <a:moveTo>
                    <a:pt x="1669072" y="163499"/>
                  </a:moveTo>
                  <a:lnTo>
                    <a:pt x="1668843" y="163563"/>
                  </a:lnTo>
                  <a:lnTo>
                    <a:pt x="1405369" y="9766"/>
                  </a:lnTo>
                  <a:lnTo>
                    <a:pt x="1405369" y="227457"/>
                  </a:lnTo>
                  <a:lnTo>
                    <a:pt x="1081836" y="414540"/>
                  </a:lnTo>
                  <a:lnTo>
                    <a:pt x="1405305" y="227418"/>
                  </a:lnTo>
                  <a:lnTo>
                    <a:pt x="1405369" y="9766"/>
                  </a:lnTo>
                  <a:lnTo>
                    <a:pt x="1388656" y="0"/>
                  </a:lnTo>
                  <a:lnTo>
                    <a:pt x="1125283" y="63842"/>
                  </a:lnTo>
                  <a:lnTo>
                    <a:pt x="1125131" y="63741"/>
                  </a:lnTo>
                  <a:lnTo>
                    <a:pt x="784580" y="260731"/>
                  </a:lnTo>
                  <a:lnTo>
                    <a:pt x="521652" y="501650"/>
                  </a:lnTo>
                  <a:lnTo>
                    <a:pt x="801992" y="665226"/>
                  </a:lnTo>
                  <a:lnTo>
                    <a:pt x="802259" y="665086"/>
                  </a:lnTo>
                  <a:lnTo>
                    <a:pt x="1668945" y="163614"/>
                  </a:lnTo>
                  <a:lnTo>
                    <a:pt x="1669072" y="163499"/>
                  </a:lnTo>
                  <a:close/>
                </a:path>
                <a:path w="1893569" h="1634489">
                  <a:moveTo>
                    <a:pt x="1893049" y="126365"/>
                  </a:moveTo>
                  <a:lnTo>
                    <a:pt x="749604" y="787946"/>
                  </a:lnTo>
                  <a:lnTo>
                    <a:pt x="372643" y="1064996"/>
                  </a:lnTo>
                  <a:lnTo>
                    <a:pt x="338747" y="1144092"/>
                  </a:lnTo>
                  <a:lnTo>
                    <a:pt x="440918" y="1634096"/>
                  </a:lnTo>
                  <a:lnTo>
                    <a:pt x="705764" y="1497609"/>
                  </a:lnTo>
                  <a:lnTo>
                    <a:pt x="748576" y="1471117"/>
                  </a:lnTo>
                  <a:lnTo>
                    <a:pt x="786472" y="1438630"/>
                  </a:lnTo>
                  <a:lnTo>
                    <a:pt x="818883" y="1400810"/>
                  </a:lnTo>
                  <a:lnTo>
                    <a:pt x="845197" y="1358341"/>
                  </a:lnTo>
                  <a:lnTo>
                    <a:pt x="864844" y="1311910"/>
                  </a:lnTo>
                  <a:lnTo>
                    <a:pt x="984377" y="954074"/>
                  </a:lnTo>
                  <a:lnTo>
                    <a:pt x="1609051" y="592518"/>
                  </a:lnTo>
                  <a:lnTo>
                    <a:pt x="1892706" y="301180"/>
                  </a:lnTo>
                  <a:lnTo>
                    <a:pt x="1893049" y="126365"/>
                  </a:lnTo>
                  <a:close/>
                </a:path>
              </a:pathLst>
            </a:custGeom>
            <a:solidFill>
              <a:srgbClr val="81A6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4685860" y="3530361"/>
              <a:ext cx="307340" cy="177800"/>
            </a:xfrm>
            <a:custGeom>
              <a:avLst/>
              <a:gdLst/>
              <a:ahLst/>
              <a:cxnLst/>
              <a:rect l="l" t="t" r="r" b="b"/>
              <a:pathLst>
                <a:path w="307340" h="177800">
                  <a:moveTo>
                    <a:pt x="153682" y="177778"/>
                  </a:moveTo>
                  <a:lnTo>
                    <a:pt x="95842" y="171280"/>
                  </a:lnTo>
                  <a:lnTo>
                    <a:pt x="44918" y="151729"/>
                  </a:lnTo>
                  <a:lnTo>
                    <a:pt x="11229" y="122334"/>
                  </a:lnTo>
                  <a:lnTo>
                    <a:pt x="0" y="88889"/>
                  </a:lnTo>
                  <a:lnTo>
                    <a:pt x="11229" y="55443"/>
                  </a:lnTo>
                  <a:lnTo>
                    <a:pt x="44918" y="26048"/>
                  </a:lnTo>
                  <a:lnTo>
                    <a:pt x="95797" y="6497"/>
                  </a:lnTo>
                  <a:lnTo>
                    <a:pt x="153682" y="0"/>
                  </a:lnTo>
                  <a:lnTo>
                    <a:pt x="183005" y="1622"/>
                  </a:lnTo>
                  <a:lnTo>
                    <a:pt x="238192" y="14635"/>
                  </a:lnTo>
                  <a:lnTo>
                    <a:pt x="296015" y="55443"/>
                  </a:lnTo>
                  <a:lnTo>
                    <a:pt x="307245" y="88889"/>
                  </a:lnTo>
                  <a:lnTo>
                    <a:pt x="296015" y="122334"/>
                  </a:lnTo>
                  <a:lnTo>
                    <a:pt x="262326" y="151729"/>
                  </a:lnTo>
                  <a:lnTo>
                    <a:pt x="211463" y="171280"/>
                  </a:lnTo>
                  <a:lnTo>
                    <a:pt x="153682" y="177778"/>
                  </a:lnTo>
                  <a:close/>
                </a:path>
              </a:pathLst>
            </a:custGeom>
            <a:solidFill>
              <a:srgbClr val="4E78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5874595" y="2369462"/>
              <a:ext cx="1398270" cy="808990"/>
            </a:xfrm>
            <a:custGeom>
              <a:avLst/>
              <a:gdLst/>
              <a:ahLst/>
              <a:cxnLst/>
              <a:rect l="l" t="t" r="r" b="b"/>
              <a:pathLst>
                <a:path w="1398269" h="808989">
                  <a:moveTo>
                    <a:pt x="66839" y="808704"/>
                  </a:moveTo>
                  <a:lnTo>
                    <a:pt x="0" y="770051"/>
                  </a:lnTo>
                  <a:lnTo>
                    <a:pt x="1331038" y="0"/>
                  </a:lnTo>
                  <a:lnTo>
                    <a:pt x="1397877" y="38652"/>
                  </a:lnTo>
                  <a:lnTo>
                    <a:pt x="66839" y="808704"/>
                  </a:lnTo>
                  <a:close/>
                </a:path>
              </a:pathLst>
            </a:custGeom>
            <a:solidFill>
              <a:srgbClr val="ABBC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7205634" y="2369462"/>
              <a:ext cx="67310" cy="77470"/>
            </a:xfrm>
            <a:custGeom>
              <a:avLst/>
              <a:gdLst/>
              <a:ahLst/>
              <a:cxnLst/>
              <a:rect l="l" t="t" r="r" b="b"/>
              <a:pathLst>
                <a:path w="67309" h="77469">
                  <a:moveTo>
                    <a:pt x="0" y="77305"/>
                  </a:moveTo>
                  <a:lnTo>
                    <a:pt x="0" y="0"/>
                  </a:lnTo>
                  <a:lnTo>
                    <a:pt x="66839" y="38652"/>
                  </a:lnTo>
                  <a:lnTo>
                    <a:pt x="0" y="77305"/>
                  </a:lnTo>
                  <a:close/>
                </a:path>
              </a:pathLst>
            </a:custGeom>
            <a:solidFill>
              <a:srgbClr val="D5DE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460774" y="2322077"/>
              <a:ext cx="135236" cy="133573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751502" y="3420165"/>
              <a:ext cx="171081" cy="243799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17020448" y="1767946"/>
              <a:ext cx="1009015" cy="1237615"/>
            </a:xfrm>
            <a:custGeom>
              <a:avLst/>
              <a:gdLst/>
              <a:ahLst/>
              <a:cxnLst/>
              <a:rect l="l" t="t" r="r" b="b"/>
              <a:pathLst>
                <a:path w="1009015" h="1237614">
                  <a:moveTo>
                    <a:pt x="507524" y="615441"/>
                  </a:moveTo>
                  <a:lnTo>
                    <a:pt x="862084" y="0"/>
                  </a:lnTo>
                  <a:lnTo>
                    <a:pt x="894379" y="22584"/>
                  </a:lnTo>
                  <a:lnTo>
                    <a:pt x="923181" y="50626"/>
                  </a:lnTo>
                  <a:lnTo>
                    <a:pt x="948244" y="83980"/>
                  </a:lnTo>
                  <a:lnTo>
                    <a:pt x="969321" y="122500"/>
                  </a:lnTo>
                  <a:lnTo>
                    <a:pt x="986163" y="166038"/>
                  </a:lnTo>
                  <a:lnTo>
                    <a:pt x="998525" y="214450"/>
                  </a:lnTo>
                  <a:lnTo>
                    <a:pt x="1006160" y="267588"/>
                  </a:lnTo>
                  <a:lnTo>
                    <a:pt x="1008819" y="325306"/>
                  </a:lnTo>
                  <a:lnTo>
                    <a:pt x="507524" y="615441"/>
                  </a:lnTo>
                  <a:close/>
                </a:path>
                <a:path w="1009015" h="1237614">
                  <a:moveTo>
                    <a:pt x="503092" y="615801"/>
                  </a:moveTo>
                  <a:lnTo>
                    <a:pt x="148531" y="410654"/>
                  </a:lnTo>
                  <a:lnTo>
                    <a:pt x="176813" y="364116"/>
                  </a:lnTo>
                  <a:lnTo>
                    <a:pt x="207024" y="319002"/>
                  </a:lnTo>
                  <a:lnTo>
                    <a:pt x="239040" y="275532"/>
                  </a:lnTo>
                  <a:lnTo>
                    <a:pt x="272733" y="233925"/>
                  </a:lnTo>
                  <a:lnTo>
                    <a:pt x="307979" y="194403"/>
                  </a:lnTo>
                  <a:lnTo>
                    <a:pt x="344651" y="157186"/>
                  </a:lnTo>
                  <a:lnTo>
                    <a:pt x="382625" y="122493"/>
                  </a:lnTo>
                  <a:lnTo>
                    <a:pt x="421773" y="90547"/>
                  </a:lnTo>
                  <a:lnTo>
                    <a:pt x="461971" y="61566"/>
                  </a:lnTo>
                  <a:lnTo>
                    <a:pt x="503092" y="35771"/>
                  </a:lnTo>
                  <a:lnTo>
                    <a:pt x="503092" y="615801"/>
                  </a:lnTo>
                  <a:close/>
                </a:path>
                <a:path w="1009015" h="1237614">
                  <a:moveTo>
                    <a:pt x="505727" y="1201832"/>
                  </a:moveTo>
                  <a:lnTo>
                    <a:pt x="505727" y="621683"/>
                  </a:lnTo>
                  <a:lnTo>
                    <a:pt x="860287" y="826830"/>
                  </a:lnTo>
                  <a:lnTo>
                    <a:pt x="832038" y="873396"/>
                  </a:lnTo>
                  <a:lnTo>
                    <a:pt x="801852" y="918528"/>
                  </a:lnTo>
                  <a:lnTo>
                    <a:pt x="769855" y="962008"/>
                  </a:lnTo>
                  <a:lnTo>
                    <a:pt x="736172" y="1003618"/>
                  </a:lnTo>
                  <a:lnTo>
                    <a:pt x="700930" y="1043140"/>
                  </a:lnTo>
                  <a:lnTo>
                    <a:pt x="664254" y="1080358"/>
                  </a:lnTo>
                  <a:lnTo>
                    <a:pt x="626270" y="1115054"/>
                  </a:lnTo>
                  <a:lnTo>
                    <a:pt x="587103" y="1147010"/>
                  </a:lnTo>
                  <a:lnTo>
                    <a:pt x="546881" y="1176008"/>
                  </a:lnTo>
                  <a:lnTo>
                    <a:pt x="505727" y="1201832"/>
                  </a:lnTo>
                  <a:close/>
                </a:path>
                <a:path w="1009015" h="1237614">
                  <a:moveTo>
                    <a:pt x="146735" y="1237484"/>
                  </a:moveTo>
                  <a:lnTo>
                    <a:pt x="114474" y="1214900"/>
                  </a:lnTo>
                  <a:lnTo>
                    <a:pt x="85688" y="1186857"/>
                  </a:lnTo>
                  <a:lnTo>
                    <a:pt x="60627" y="1153503"/>
                  </a:lnTo>
                  <a:lnTo>
                    <a:pt x="39543" y="1114984"/>
                  </a:lnTo>
                  <a:lnTo>
                    <a:pt x="22687" y="1071445"/>
                  </a:lnTo>
                  <a:lnTo>
                    <a:pt x="10310" y="1023034"/>
                  </a:lnTo>
                  <a:lnTo>
                    <a:pt x="2664" y="969896"/>
                  </a:lnTo>
                  <a:lnTo>
                    <a:pt x="0" y="912178"/>
                  </a:lnTo>
                  <a:lnTo>
                    <a:pt x="501295" y="622163"/>
                  </a:lnTo>
                  <a:lnTo>
                    <a:pt x="146735" y="1237484"/>
                  </a:lnTo>
                  <a:close/>
                </a:path>
              </a:pathLst>
            </a:custGeom>
            <a:solidFill>
              <a:srgbClr val="81A6CD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59298" y="9258300"/>
            <a:ext cx="1028700" cy="10286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2524" y="838200"/>
            <a:ext cx="104775" cy="10477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2524" y="2514599"/>
            <a:ext cx="104775" cy="10477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2524" y="5867399"/>
            <a:ext cx="104775" cy="10477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2524" y="7962899"/>
            <a:ext cx="104775" cy="10477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420365" y="622331"/>
            <a:ext cx="12339320" cy="8834120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700" marR="361950" indent="493395">
              <a:lnSpc>
                <a:spcPts val="3300"/>
              </a:lnSpc>
              <a:spcBef>
                <a:spcPts val="259"/>
              </a:spcBef>
              <a:buAutoNum type="arabicPlain" startAt="5"/>
              <a:tabLst>
                <a:tab pos="506095" algn="l"/>
              </a:tabLst>
            </a:pP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T.</a:t>
            </a:r>
            <a:r>
              <a:rPr dirty="0" sz="2800" spc="-6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Verbitskaya,</a:t>
            </a:r>
            <a:r>
              <a:rPr dirty="0" sz="2800" spc="-6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“AI</a:t>
            </a:r>
            <a:r>
              <a:rPr dirty="0" sz="2800" spc="-6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Drones</a:t>
            </a:r>
            <a:r>
              <a:rPr dirty="0" sz="2800" spc="-6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Streamlining</a:t>
            </a:r>
            <a:r>
              <a:rPr dirty="0" sz="2800" spc="-6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Delivery</a:t>
            </a:r>
            <a:r>
              <a:rPr dirty="0" sz="2800" spc="-6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and</a:t>
            </a:r>
            <a:r>
              <a:rPr dirty="0" sz="2800" spc="-6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Supply</a:t>
            </a:r>
            <a:r>
              <a:rPr dirty="0" sz="2800" spc="-6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Chain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Management,”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Keymakr,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Jan.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20,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2025.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20">
                <a:solidFill>
                  <a:srgbClr val="ABBCC8"/>
                </a:solidFill>
                <a:latin typeface="Microsoft Sans Serif"/>
                <a:cs typeface="Microsoft Sans Serif"/>
              </a:rPr>
              <a:t>https://keymakr.com/blog/untitled-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4/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ts val="3200"/>
              </a:lnSpc>
            </a:pP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(accessed</a:t>
            </a:r>
            <a:r>
              <a:rPr dirty="0" sz="2800" spc="-3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Apr.</a:t>
            </a:r>
            <a:r>
              <a:rPr dirty="0" sz="2800" spc="-3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05,</a:t>
            </a:r>
            <a:r>
              <a:rPr dirty="0" sz="2800" spc="-3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2025).</a:t>
            </a:r>
            <a:endParaRPr sz="2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2800">
              <a:latin typeface="Microsoft Sans Serif"/>
              <a:cs typeface="Microsoft Sans Serif"/>
            </a:endParaRPr>
          </a:p>
          <a:p>
            <a:pPr marL="506095" indent="-493395">
              <a:lnSpc>
                <a:spcPts val="3329"/>
              </a:lnSpc>
              <a:buAutoNum type="arabicPlain" startAt="6"/>
              <a:tabLst>
                <a:tab pos="506095" algn="l"/>
              </a:tabLst>
            </a:pP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Y.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ADEOYE,</a:t>
            </a:r>
            <a:r>
              <a:rPr dirty="0" sz="2800" spc="-2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F.</a:t>
            </a:r>
            <a:r>
              <a:rPr dirty="0" sz="2800" spc="-2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ONOTOLE,</a:t>
            </a:r>
            <a:r>
              <a:rPr dirty="0" sz="2800" spc="-2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T.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OGUNYANKINNU,</a:t>
            </a:r>
            <a:r>
              <a:rPr dirty="0" sz="2800" spc="-2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G.</a:t>
            </a:r>
            <a:r>
              <a:rPr dirty="0" sz="2800" spc="-2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AIPOH,</a:t>
            </a:r>
            <a:r>
              <a:rPr dirty="0" sz="2800" spc="-2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A.</a:t>
            </a:r>
            <a:endParaRPr sz="2800">
              <a:latin typeface="Microsoft Sans Serif"/>
              <a:cs typeface="Microsoft Sans Serif"/>
            </a:endParaRPr>
          </a:p>
          <a:p>
            <a:pPr marL="12700" marR="5080">
              <a:lnSpc>
                <a:spcPts val="3300"/>
              </a:lnSpc>
              <a:spcBef>
                <a:spcPts val="130"/>
              </a:spcBef>
            </a:pP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OSUNKANMIBI,</a:t>
            </a:r>
            <a:r>
              <a:rPr dirty="0" sz="2800" spc="-7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and</a:t>
            </a:r>
            <a:r>
              <a:rPr dirty="0" sz="2800" spc="-6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J.</a:t>
            </a:r>
            <a:r>
              <a:rPr dirty="0" sz="2800" spc="-6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EGBEMHENGHE,</a:t>
            </a:r>
            <a:r>
              <a:rPr dirty="0" sz="2800" spc="-6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“Artificial</a:t>
            </a:r>
            <a:r>
              <a:rPr dirty="0" sz="2800" spc="-6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Intelligence</a:t>
            </a:r>
            <a:r>
              <a:rPr dirty="0" sz="2800" spc="-7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in</a:t>
            </a:r>
            <a:r>
              <a:rPr dirty="0" sz="2800" spc="-6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Logistics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and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Distribution: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The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function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of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AI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in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dynamic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route</a:t>
            </a:r>
            <a:r>
              <a:rPr dirty="0" sz="2800" spc="-4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planning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for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transportation,</a:t>
            </a:r>
            <a:r>
              <a:rPr dirty="0" sz="2800" spc="-7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including</a:t>
            </a:r>
            <a:r>
              <a:rPr dirty="0" sz="2800" spc="-7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20">
                <a:solidFill>
                  <a:srgbClr val="ABBCC8"/>
                </a:solidFill>
                <a:latin typeface="Microsoft Sans Serif"/>
                <a:cs typeface="Microsoft Sans Serif"/>
              </a:rPr>
              <a:t>self-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driving</a:t>
            </a:r>
            <a:r>
              <a:rPr dirty="0" sz="2800" spc="-7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trucks</a:t>
            </a:r>
            <a:r>
              <a:rPr dirty="0" sz="2800" spc="-6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and</a:t>
            </a:r>
            <a:r>
              <a:rPr dirty="0" sz="2800" spc="-7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drone</a:t>
            </a:r>
            <a:r>
              <a:rPr dirty="0" sz="2800" spc="-7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delivery</a:t>
            </a:r>
            <a:r>
              <a:rPr dirty="0" sz="2800" spc="-6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systems,”</a:t>
            </a:r>
            <a:r>
              <a:rPr dirty="0" sz="2800" spc="-7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World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Journal</a:t>
            </a:r>
            <a:r>
              <a:rPr dirty="0" sz="2800" spc="-3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of</a:t>
            </a:r>
            <a:r>
              <a:rPr dirty="0" sz="2800" spc="-3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Advanced</a:t>
            </a:r>
            <a:r>
              <a:rPr dirty="0" sz="2800" spc="-3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Research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and</a:t>
            </a:r>
            <a:r>
              <a:rPr dirty="0" sz="2800" spc="-3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Reviews,</a:t>
            </a:r>
            <a:r>
              <a:rPr dirty="0" sz="2800" spc="-3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vol.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25,</a:t>
            </a:r>
            <a:r>
              <a:rPr dirty="0" sz="2800" spc="-3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no.</a:t>
            </a:r>
            <a:r>
              <a:rPr dirty="0" sz="2800" spc="-3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2,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pp.</a:t>
            </a:r>
            <a:r>
              <a:rPr dirty="0" sz="2800" spc="-3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70">
                <a:solidFill>
                  <a:srgbClr val="ABBCC8"/>
                </a:solidFill>
                <a:latin typeface="Microsoft Sans Serif"/>
                <a:cs typeface="Microsoft Sans Serif"/>
              </a:rPr>
              <a:t>155–167,</a:t>
            </a:r>
            <a:r>
              <a:rPr dirty="0" sz="2800" spc="-3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20">
                <a:solidFill>
                  <a:srgbClr val="ABBCC8"/>
                </a:solidFill>
                <a:latin typeface="Microsoft Sans Serif"/>
                <a:cs typeface="Microsoft Sans Serif"/>
              </a:rPr>
              <a:t>Feb.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2025,</a:t>
            </a:r>
            <a:r>
              <a:rPr dirty="0" sz="2800" spc="-6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doi:</a:t>
            </a:r>
            <a:r>
              <a:rPr dirty="0" sz="2800" spc="-5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https://doi.org/10.30574/wjarr.2025.25.2.0214.(accessed</a:t>
            </a:r>
            <a:r>
              <a:rPr dirty="0" sz="2800" spc="-6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Apr.</a:t>
            </a:r>
            <a:r>
              <a:rPr dirty="0" sz="2800" spc="-5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05,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ts val="3200"/>
              </a:lnSpc>
            </a:pP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2025).</a:t>
            </a:r>
            <a:endParaRPr sz="2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2800">
              <a:latin typeface="Microsoft Sans Serif"/>
              <a:cs typeface="Microsoft Sans Serif"/>
            </a:endParaRPr>
          </a:p>
          <a:p>
            <a:pPr marL="12700" marR="64769" indent="493395">
              <a:lnSpc>
                <a:spcPts val="3300"/>
              </a:lnSpc>
              <a:buAutoNum type="arabicPlain" startAt="7"/>
              <a:tabLst>
                <a:tab pos="506095" algn="l"/>
              </a:tabLst>
            </a:pP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W.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Walker,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“Drones,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AI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and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more: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5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20">
                <a:solidFill>
                  <a:srgbClr val="ABBCC8"/>
                </a:solidFill>
                <a:latin typeface="Microsoft Sans Serif"/>
                <a:cs typeface="Microsoft Sans Serif"/>
              </a:rPr>
              <a:t>Last-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mile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delivery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trends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to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watch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|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Roadie,”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Roadie,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Oct.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28,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2024.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https://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  <a:hlinkClick r:id="rId6"/>
              </a:rPr>
              <a:t>www.roadie.com/blog/2024/10/drones-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ai-and-more-</a:t>
            </a:r>
            <a:r>
              <a:rPr dirty="0" sz="2800" spc="-15">
                <a:solidFill>
                  <a:srgbClr val="ABBCC8"/>
                </a:solidFill>
                <a:latin typeface="Microsoft Sans Serif"/>
                <a:cs typeface="Microsoft Sans Serif"/>
              </a:rPr>
              <a:t>5-</a:t>
            </a:r>
            <a:r>
              <a:rPr dirty="0" sz="2800" spc="-20">
                <a:solidFill>
                  <a:srgbClr val="ABBCC8"/>
                </a:solidFill>
                <a:latin typeface="Microsoft Sans Serif"/>
                <a:cs typeface="Microsoft Sans Serif"/>
              </a:rPr>
              <a:t>last-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mile-</a:t>
            </a:r>
            <a:r>
              <a:rPr dirty="0" sz="2800" spc="-20">
                <a:solidFill>
                  <a:srgbClr val="ABBCC8"/>
                </a:solidFill>
                <a:latin typeface="Microsoft Sans Serif"/>
                <a:cs typeface="Microsoft Sans Serif"/>
              </a:rPr>
              <a:t>delivery-trends-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to-</a:t>
            </a:r>
            <a:r>
              <a:rPr dirty="0" sz="2800" spc="-20">
                <a:solidFill>
                  <a:srgbClr val="ABBCC8"/>
                </a:solidFill>
                <a:latin typeface="Microsoft Sans Serif"/>
                <a:cs typeface="Microsoft Sans Serif"/>
              </a:rPr>
              <a:t>watch-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ent</a:t>
            </a:r>
            <a:r>
              <a:rPr dirty="0" sz="2800" spc="7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(accessed</a:t>
            </a:r>
            <a:r>
              <a:rPr dirty="0" sz="2800" spc="7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Apr.</a:t>
            </a:r>
            <a:r>
              <a:rPr dirty="0" sz="2800" spc="7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05,</a:t>
            </a:r>
            <a:r>
              <a:rPr dirty="0" sz="2800" spc="70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2025).</a:t>
            </a:r>
            <a:endParaRPr sz="2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Clr>
                <a:srgbClr val="ABBCC8"/>
              </a:buClr>
              <a:buFont typeface="Microsoft Sans Serif"/>
              <a:buAutoNum type="arabicPlain" startAt="7"/>
            </a:pPr>
            <a:endParaRPr sz="2800">
              <a:latin typeface="Microsoft Sans Serif"/>
              <a:cs typeface="Microsoft Sans Serif"/>
            </a:endParaRPr>
          </a:p>
          <a:p>
            <a:pPr marL="12700" marR="675640" indent="493395">
              <a:lnSpc>
                <a:spcPts val="3300"/>
              </a:lnSpc>
              <a:buAutoNum type="arabicPlain" startAt="7"/>
              <a:tabLst>
                <a:tab pos="506095" algn="l"/>
              </a:tabLst>
            </a:pP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D.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Amicone,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A.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Cannas,</a:t>
            </a:r>
            <a:r>
              <a:rPr dirty="0" sz="2800" spc="-2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A.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Marci,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and</a:t>
            </a:r>
            <a:r>
              <a:rPr dirty="0" sz="2800" spc="-2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G.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Tortora,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“A</a:t>
            </a:r>
            <a:r>
              <a:rPr dirty="0" sz="2800" spc="-2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Smart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Capsule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Equipped</a:t>
            </a:r>
            <a:r>
              <a:rPr dirty="0" sz="2800" spc="-7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with</a:t>
            </a:r>
            <a:r>
              <a:rPr dirty="0" sz="2800" spc="-7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Artificial</a:t>
            </a:r>
            <a:r>
              <a:rPr dirty="0" sz="2800" spc="-7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Intelligence</a:t>
            </a:r>
            <a:r>
              <a:rPr dirty="0" sz="2800" spc="-7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for</a:t>
            </a:r>
            <a:r>
              <a:rPr dirty="0" sz="2800" spc="-7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Autonomous</a:t>
            </a:r>
            <a:r>
              <a:rPr dirty="0" sz="2800" spc="-7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Delivery</a:t>
            </a:r>
            <a:r>
              <a:rPr dirty="0" sz="2800" spc="-7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of</a:t>
            </a:r>
            <a:r>
              <a:rPr dirty="0" sz="2800" spc="-7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Medical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Material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through</a:t>
            </a:r>
            <a:r>
              <a:rPr dirty="0" sz="2800" spc="-4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Drones,”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Applied</a:t>
            </a:r>
            <a:r>
              <a:rPr dirty="0" sz="2800" spc="-4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Sciences,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vol.</a:t>
            </a:r>
            <a:r>
              <a:rPr dirty="0" sz="2800" spc="-4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11,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no.</a:t>
            </a:r>
            <a:r>
              <a:rPr dirty="0" sz="2800" spc="-4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17,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p.</a:t>
            </a:r>
            <a:r>
              <a:rPr dirty="0" sz="2800" spc="-4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7976,</a:t>
            </a:r>
            <a:r>
              <a:rPr dirty="0" sz="2800" spc="-4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20">
                <a:solidFill>
                  <a:srgbClr val="ABBCC8"/>
                </a:solidFill>
                <a:latin typeface="Microsoft Sans Serif"/>
                <a:cs typeface="Microsoft Sans Serif"/>
              </a:rPr>
              <a:t>Aug.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2021,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doi:</a:t>
            </a:r>
            <a:r>
              <a:rPr dirty="0" sz="2800" spc="-4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https://doi.org/10.3390/app11177976.(accessed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Apr.</a:t>
            </a:r>
            <a:r>
              <a:rPr dirty="0" sz="2800" spc="-4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05,</a:t>
            </a:r>
            <a:r>
              <a:rPr dirty="0" sz="2800" spc="-4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2025).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469281" y="3736063"/>
            <a:ext cx="4481259" cy="277301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49" y="6950575"/>
            <a:ext cx="788955" cy="78895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5029" y="1504224"/>
            <a:ext cx="104775" cy="10477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25029" y="4018824"/>
            <a:ext cx="104775" cy="10477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892870" y="1288356"/>
            <a:ext cx="11981815" cy="4224020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700" marR="103505" indent="493395">
              <a:lnSpc>
                <a:spcPts val="3300"/>
              </a:lnSpc>
              <a:spcBef>
                <a:spcPts val="259"/>
              </a:spcBef>
              <a:buAutoNum type="arabicPlain" startAt="9"/>
              <a:tabLst>
                <a:tab pos="506095" algn="l"/>
              </a:tabLst>
            </a:pP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R.</a:t>
            </a:r>
            <a:r>
              <a:rPr dirty="0" sz="2800" spc="-4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Nunkoo,</a:t>
            </a:r>
            <a:r>
              <a:rPr dirty="0" sz="2800" spc="-4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R.</a:t>
            </a:r>
            <a:r>
              <a:rPr dirty="0" sz="2800" spc="-4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Pillai,</a:t>
            </a:r>
            <a:r>
              <a:rPr dirty="0" sz="2800" spc="-4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Brijesh</a:t>
            </a:r>
            <a:r>
              <a:rPr dirty="0" sz="2800" spc="-3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Sivathanu,</a:t>
            </a:r>
            <a:r>
              <a:rPr dirty="0" sz="2800" spc="-4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and</a:t>
            </a:r>
            <a:r>
              <a:rPr dirty="0" sz="2800" spc="-4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N.</a:t>
            </a:r>
            <a:r>
              <a:rPr dirty="0" sz="2800" spc="-4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P.</a:t>
            </a:r>
            <a:r>
              <a:rPr dirty="0" sz="2800" spc="-4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Rana,</a:t>
            </a:r>
            <a:r>
              <a:rPr dirty="0" sz="2800" spc="-3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“Drivers</a:t>
            </a:r>
            <a:r>
              <a:rPr dirty="0" sz="2800" spc="-4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and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inhibitors</a:t>
            </a:r>
            <a:r>
              <a:rPr dirty="0" sz="2800" spc="-6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of</a:t>
            </a:r>
            <a:r>
              <a:rPr dirty="0" sz="2800" spc="-6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consumers’</a:t>
            </a:r>
            <a:r>
              <a:rPr dirty="0" sz="2800" spc="-6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adoption</a:t>
            </a:r>
            <a:r>
              <a:rPr dirty="0" sz="2800" spc="-6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of</a:t>
            </a:r>
            <a:r>
              <a:rPr dirty="0" sz="2800" spc="-6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AI-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driven</a:t>
            </a:r>
            <a:r>
              <a:rPr dirty="0" sz="2800" spc="-6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drone</a:t>
            </a:r>
            <a:r>
              <a:rPr dirty="0" sz="2800" spc="-5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food</a:t>
            </a:r>
            <a:r>
              <a:rPr dirty="0" sz="2800" spc="-6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delivery</a:t>
            </a:r>
            <a:r>
              <a:rPr dirty="0" sz="2800" spc="-6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services,”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International</a:t>
            </a:r>
            <a:r>
              <a:rPr dirty="0" sz="2800" spc="-7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Journal</a:t>
            </a:r>
            <a:r>
              <a:rPr dirty="0" sz="2800" spc="-7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of</a:t>
            </a:r>
            <a:r>
              <a:rPr dirty="0" sz="2800" spc="-7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Hospitality</a:t>
            </a:r>
            <a:r>
              <a:rPr dirty="0" sz="2800" spc="-7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Management,</a:t>
            </a:r>
            <a:r>
              <a:rPr dirty="0" sz="2800" spc="-7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vol.</a:t>
            </a:r>
            <a:r>
              <a:rPr dirty="0" sz="2800" spc="-7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123,</a:t>
            </a:r>
            <a:r>
              <a:rPr dirty="0" sz="2800" spc="-7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pp.</a:t>
            </a:r>
            <a:r>
              <a:rPr dirty="0" sz="2800" spc="-7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75">
                <a:solidFill>
                  <a:srgbClr val="ABBCC8"/>
                </a:solidFill>
                <a:latin typeface="Microsoft Sans Serif"/>
                <a:cs typeface="Microsoft Sans Serif"/>
              </a:rPr>
              <a:t>103913–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103913,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Sep.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2024,</a:t>
            </a:r>
            <a:r>
              <a:rPr dirty="0" sz="2800" spc="-4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doi: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https://doi.org/10.1016/j.ijhm.2024.103913.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ts val="3200"/>
              </a:lnSpc>
            </a:pP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(accessed</a:t>
            </a:r>
            <a:r>
              <a:rPr dirty="0" sz="2800" spc="-3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Apr.</a:t>
            </a:r>
            <a:r>
              <a:rPr dirty="0" sz="2800" spc="-3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06,</a:t>
            </a:r>
            <a:r>
              <a:rPr dirty="0" sz="2800" spc="-3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2025).</a:t>
            </a:r>
            <a:endParaRPr sz="2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2800">
              <a:latin typeface="Microsoft Sans Serif"/>
              <a:cs typeface="Microsoft Sans Serif"/>
            </a:endParaRPr>
          </a:p>
          <a:p>
            <a:pPr marL="12700" marR="5080" indent="690880">
              <a:lnSpc>
                <a:spcPts val="3300"/>
              </a:lnSpc>
              <a:buAutoNum type="arabicPlain" startAt="10"/>
              <a:tabLst>
                <a:tab pos="703580" algn="l"/>
              </a:tabLst>
            </a:pP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A.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S.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Shuaibu,</a:t>
            </a:r>
            <a:r>
              <a:rPr dirty="0" sz="2800" spc="-2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A.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S.</a:t>
            </a:r>
            <a:r>
              <a:rPr dirty="0" sz="2800" spc="-2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Mahmoud,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and</a:t>
            </a:r>
            <a:r>
              <a:rPr dirty="0" sz="2800" spc="-2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T.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R.</a:t>
            </a:r>
            <a:r>
              <a:rPr dirty="0" sz="2800" spc="-2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Sheltami,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“A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Review</a:t>
            </a:r>
            <a:r>
              <a:rPr dirty="0" sz="2800" spc="-2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of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Last-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Mile</a:t>
            </a:r>
            <a:r>
              <a:rPr dirty="0" sz="2800" spc="-11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Delivery</a:t>
            </a:r>
            <a:r>
              <a:rPr dirty="0" sz="2800" spc="-10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Optimization:</a:t>
            </a:r>
            <a:r>
              <a:rPr dirty="0" sz="2800" spc="-11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Strategies,</a:t>
            </a:r>
            <a:r>
              <a:rPr dirty="0" sz="2800" spc="-10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Technologies,</a:t>
            </a:r>
            <a:r>
              <a:rPr dirty="0" sz="2800" spc="-11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Drone</a:t>
            </a:r>
            <a:r>
              <a:rPr dirty="0" sz="2800" spc="-10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Integration,</a:t>
            </a:r>
            <a:r>
              <a:rPr dirty="0" sz="2800" spc="-10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and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Future</a:t>
            </a:r>
            <a:r>
              <a:rPr dirty="0" sz="2800" spc="-3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Trends,”</a:t>
            </a:r>
            <a:r>
              <a:rPr dirty="0" sz="2800" spc="-3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Drones,</a:t>
            </a:r>
            <a:r>
              <a:rPr dirty="0" sz="2800" spc="-3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vol.</a:t>
            </a:r>
            <a:r>
              <a:rPr dirty="0" sz="2800" spc="-3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9,</a:t>
            </a:r>
            <a:r>
              <a:rPr dirty="0" sz="2800" spc="-3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no.</a:t>
            </a:r>
            <a:r>
              <a:rPr dirty="0" sz="2800" spc="-3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3,</a:t>
            </a:r>
            <a:r>
              <a:rPr dirty="0" sz="2800" spc="-3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p.</a:t>
            </a:r>
            <a:r>
              <a:rPr dirty="0" sz="2800" spc="-3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158,</a:t>
            </a:r>
            <a:r>
              <a:rPr dirty="0" sz="2800" spc="-25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Feb.</a:t>
            </a:r>
            <a:r>
              <a:rPr dirty="0" sz="2800" spc="-3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2025,</a:t>
            </a:r>
            <a:r>
              <a:rPr dirty="0" sz="2800" spc="-3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20">
                <a:solidFill>
                  <a:srgbClr val="ABBCC8"/>
                </a:solidFill>
                <a:latin typeface="Microsoft Sans Serif"/>
                <a:cs typeface="Microsoft Sans Serif"/>
              </a:rPr>
              <a:t>doi: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ts val="3200"/>
              </a:lnSpc>
            </a:pP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https://doi.org/10.3390/drones9030158.(accessed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Apr.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ABBCC8"/>
                </a:solidFill>
                <a:latin typeface="Microsoft Sans Serif"/>
                <a:cs typeface="Microsoft Sans Serif"/>
              </a:rPr>
              <a:t>06,</a:t>
            </a:r>
            <a:r>
              <a:rPr dirty="0" sz="2800" spc="-50">
                <a:solidFill>
                  <a:srgbClr val="ABBCC8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10">
                <a:solidFill>
                  <a:srgbClr val="ABBCC8"/>
                </a:solidFill>
                <a:latin typeface="Microsoft Sans Serif"/>
                <a:cs typeface="Microsoft Sans Serif"/>
              </a:rPr>
              <a:t>2025).</a:t>
            </a:r>
            <a:endParaRPr sz="2800">
              <a:latin typeface="Microsoft Sans Serif"/>
              <a:cs typeface="Microsoft Sans Serif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0623158" y="5515439"/>
            <a:ext cx="7665084" cy="4772025"/>
            <a:chOff x="10623158" y="5515439"/>
            <a:chExt cx="7665084" cy="4772025"/>
          </a:xfrm>
        </p:grpSpPr>
        <p:sp>
          <p:nvSpPr>
            <p:cNvPr id="7" name="object 7" descr=""/>
            <p:cNvSpPr/>
            <p:nvPr/>
          </p:nvSpPr>
          <p:spPr>
            <a:xfrm>
              <a:off x="17144423" y="9258457"/>
              <a:ext cx="1143635" cy="1028700"/>
            </a:xfrm>
            <a:custGeom>
              <a:avLst/>
              <a:gdLst/>
              <a:ahLst/>
              <a:cxnLst/>
              <a:rect l="l" t="t" r="r" b="b"/>
              <a:pathLst>
                <a:path w="1143634" h="1028700">
                  <a:moveTo>
                    <a:pt x="1143576" y="1028542"/>
                  </a:moveTo>
                  <a:lnTo>
                    <a:pt x="3526" y="1028542"/>
                  </a:lnTo>
                  <a:lnTo>
                    <a:pt x="2101" y="1013645"/>
                  </a:lnTo>
                  <a:lnTo>
                    <a:pt x="0" y="969614"/>
                  </a:lnTo>
                  <a:lnTo>
                    <a:pt x="0" y="925544"/>
                  </a:lnTo>
                  <a:lnTo>
                    <a:pt x="2101" y="881512"/>
                  </a:lnTo>
                  <a:lnTo>
                    <a:pt x="6303" y="837595"/>
                  </a:lnTo>
                  <a:lnTo>
                    <a:pt x="12606" y="793870"/>
                  </a:lnTo>
                  <a:lnTo>
                    <a:pt x="21010" y="750411"/>
                  </a:lnTo>
                  <a:lnTo>
                    <a:pt x="31515" y="707297"/>
                  </a:lnTo>
                  <a:lnTo>
                    <a:pt x="44121" y="664602"/>
                  </a:lnTo>
                  <a:lnTo>
                    <a:pt x="58828" y="622405"/>
                  </a:lnTo>
                  <a:lnTo>
                    <a:pt x="75636" y="580780"/>
                  </a:lnTo>
                  <a:lnTo>
                    <a:pt x="94545" y="539805"/>
                  </a:lnTo>
                  <a:lnTo>
                    <a:pt x="115556" y="499556"/>
                  </a:lnTo>
                  <a:lnTo>
                    <a:pt x="138667" y="460110"/>
                  </a:lnTo>
                  <a:lnTo>
                    <a:pt x="163879" y="421542"/>
                  </a:lnTo>
                  <a:lnTo>
                    <a:pt x="191192" y="383929"/>
                  </a:lnTo>
                  <a:lnTo>
                    <a:pt x="220607" y="347348"/>
                  </a:lnTo>
                  <a:lnTo>
                    <a:pt x="252122" y="311874"/>
                  </a:lnTo>
                  <a:lnTo>
                    <a:pt x="285738" y="277585"/>
                  </a:lnTo>
                  <a:lnTo>
                    <a:pt x="324666" y="241784"/>
                  </a:lnTo>
                  <a:lnTo>
                    <a:pt x="365058" y="208457"/>
                  </a:lnTo>
                  <a:lnTo>
                    <a:pt x="406810" y="177603"/>
                  </a:lnTo>
                  <a:lnTo>
                    <a:pt x="449817" y="149221"/>
                  </a:lnTo>
                  <a:lnTo>
                    <a:pt x="493975" y="123311"/>
                  </a:lnTo>
                  <a:lnTo>
                    <a:pt x="539180" y="99872"/>
                  </a:lnTo>
                  <a:lnTo>
                    <a:pt x="585325" y="78904"/>
                  </a:lnTo>
                  <a:lnTo>
                    <a:pt x="632308" y="60405"/>
                  </a:lnTo>
                  <a:lnTo>
                    <a:pt x="680023" y="44375"/>
                  </a:lnTo>
                  <a:lnTo>
                    <a:pt x="728365" y="30813"/>
                  </a:lnTo>
                  <a:lnTo>
                    <a:pt x="777230" y="19718"/>
                  </a:lnTo>
                  <a:lnTo>
                    <a:pt x="826514" y="11090"/>
                  </a:lnTo>
                  <a:lnTo>
                    <a:pt x="876112" y="4928"/>
                  </a:lnTo>
                  <a:lnTo>
                    <a:pt x="925919" y="1232"/>
                  </a:lnTo>
                  <a:lnTo>
                    <a:pt x="975831" y="0"/>
                  </a:lnTo>
                  <a:lnTo>
                    <a:pt x="1025768" y="1232"/>
                  </a:lnTo>
                  <a:lnTo>
                    <a:pt x="1075596" y="4928"/>
                  </a:lnTo>
                  <a:lnTo>
                    <a:pt x="1125212" y="11090"/>
                  </a:lnTo>
                  <a:lnTo>
                    <a:pt x="1143576" y="14304"/>
                  </a:lnTo>
                  <a:lnTo>
                    <a:pt x="1143576" y="1028542"/>
                  </a:lnTo>
                  <a:close/>
                </a:path>
              </a:pathLst>
            </a:custGeom>
            <a:solidFill>
              <a:srgbClr val="169A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7144294" y="9258457"/>
              <a:ext cx="1144270" cy="1028700"/>
            </a:xfrm>
            <a:custGeom>
              <a:avLst/>
              <a:gdLst/>
              <a:ahLst/>
              <a:cxnLst/>
              <a:rect l="l" t="t" r="r" b="b"/>
              <a:pathLst>
                <a:path w="1144269" h="1028700">
                  <a:moveTo>
                    <a:pt x="978652" y="941536"/>
                  </a:moveTo>
                  <a:lnTo>
                    <a:pt x="978652" y="0"/>
                  </a:lnTo>
                  <a:lnTo>
                    <a:pt x="1028237" y="1328"/>
                  </a:lnTo>
                  <a:lnTo>
                    <a:pt x="1077712" y="5098"/>
                  </a:lnTo>
                  <a:lnTo>
                    <a:pt x="1126975" y="11309"/>
                  </a:lnTo>
                  <a:lnTo>
                    <a:pt x="1143704" y="14266"/>
                  </a:lnTo>
                  <a:lnTo>
                    <a:pt x="1143704" y="781287"/>
                  </a:lnTo>
                  <a:lnTo>
                    <a:pt x="978652" y="941536"/>
                  </a:lnTo>
                  <a:close/>
                </a:path>
                <a:path w="1144269" h="1028700">
                  <a:moveTo>
                    <a:pt x="969899" y="945161"/>
                  </a:moveTo>
                  <a:lnTo>
                    <a:pt x="0" y="945161"/>
                  </a:lnTo>
                  <a:lnTo>
                    <a:pt x="1389" y="897000"/>
                  </a:lnTo>
                  <a:lnTo>
                    <a:pt x="5288" y="848952"/>
                  </a:lnTo>
                  <a:lnTo>
                    <a:pt x="11697" y="801116"/>
                  </a:lnTo>
                  <a:lnTo>
                    <a:pt x="20615" y="753591"/>
                  </a:lnTo>
                  <a:lnTo>
                    <a:pt x="32042" y="706476"/>
                  </a:lnTo>
                  <a:lnTo>
                    <a:pt x="45977" y="659869"/>
                  </a:lnTo>
                  <a:lnTo>
                    <a:pt x="62421" y="613870"/>
                  </a:lnTo>
                  <a:lnTo>
                    <a:pt x="81374" y="568576"/>
                  </a:lnTo>
                  <a:lnTo>
                    <a:pt x="102834" y="524088"/>
                  </a:lnTo>
                  <a:lnTo>
                    <a:pt x="126802" y="480504"/>
                  </a:lnTo>
                  <a:lnTo>
                    <a:pt x="153278" y="437922"/>
                  </a:lnTo>
                  <a:lnTo>
                    <a:pt x="182260" y="396442"/>
                  </a:lnTo>
                  <a:lnTo>
                    <a:pt x="213750" y="356163"/>
                  </a:lnTo>
                  <a:lnTo>
                    <a:pt x="247747" y="317182"/>
                  </a:lnTo>
                  <a:lnTo>
                    <a:pt x="284250" y="279600"/>
                  </a:lnTo>
                  <a:lnTo>
                    <a:pt x="969899" y="945161"/>
                  </a:lnTo>
                  <a:close/>
                </a:path>
                <a:path w="1144269" h="1028700">
                  <a:moveTo>
                    <a:pt x="1143704" y="1028542"/>
                  </a:moveTo>
                  <a:lnTo>
                    <a:pt x="1063069" y="1028542"/>
                  </a:lnTo>
                  <a:lnTo>
                    <a:pt x="982153" y="949996"/>
                  </a:lnTo>
                  <a:lnTo>
                    <a:pt x="1143704" y="949996"/>
                  </a:lnTo>
                  <a:lnTo>
                    <a:pt x="1143704" y="1028542"/>
                  </a:lnTo>
                  <a:close/>
                </a:path>
                <a:path w="1144269" h="1028700">
                  <a:moveTo>
                    <a:pt x="973400" y="1028542"/>
                  </a:moveTo>
                  <a:lnTo>
                    <a:pt x="896235" y="1028542"/>
                  </a:lnTo>
                  <a:lnTo>
                    <a:pt x="973400" y="953622"/>
                  </a:lnTo>
                  <a:lnTo>
                    <a:pt x="973400" y="1028542"/>
                  </a:lnTo>
                  <a:close/>
                </a:path>
              </a:pathLst>
            </a:custGeom>
            <a:solidFill>
              <a:srgbClr val="67B9A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23158" y="5515439"/>
              <a:ext cx="6562415" cy="393364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7125" y="2131771"/>
            <a:ext cx="12910185" cy="350075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600" b="0">
                <a:solidFill>
                  <a:srgbClr val="07A793"/>
                </a:solidFill>
                <a:latin typeface="Microsoft Sans Serif"/>
                <a:cs typeface="Microsoft Sans Serif"/>
              </a:rPr>
              <a:t>THANK</a:t>
            </a:r>
            <a:r>
              <a:rPr dirty="0" sz="16600" spc="-45" b="0">
                <a:solidFill>
                  <a:srgbClr val="07A793"/>
                </a:solidFill>
                <a:latin typeface="Microsoft Sans Serif"/>
                <a:cs typeface="Microsoft Sans Serif"/>
              </a:rPr>
              <a:t> </a:t>
            </a:r>
            <a:r>
              <a:rPr dirty="0" sz="16600" spc="-20" b="0">
                <a:solidFill>
                  <a:srgbClr val="07A793"/>
                </a:solidFill>
                <a:latin typeface="Microsoft Sans Serif"/>
                <a:cs typeface="Microsoft Sans Serif"/>
              </a:rPr>
              <a:t>YOU!</a:t>
            </a:r>
            <a:endParaRPr sz="16600">
              <a:latin typeface="Microsoft Sans Serif"/>
              <a:cs typeface="Microsoft Sans Serif"/>
            </a:endParaRPr>
          </a:p>
          <a:p>
            <a:pPr marL="290195">
              <a:lnSpc>
                <a:spcPct val="100000"/>
              </a:lnSpc>
              <a:spcBef>
                <a:spcPts val="3360"/>
              </a:spcBef>
            </a:pPr>
            <a:r>
              <a:rPr dirty="0" sz="3400" b="0">
                <a:latin typeface="Microsoft Sans Serif"/>
                <a:cs typeface="Microsoft Sans Serif"/>
              </a:rPr>
              <a:t>DO</a:t>
            </a:r>
            <a:r>
              <a:rPr dirty="0" sz="3400" spc="15" b="0">
                <a:latin typeface="Microsoft Sans Serif"/>
                <a:cs typeface="Microsoft Sans Serif"/>
              </a:rPr>
              <a:t> </a:t>
            </a:r>
            <a:r>
              <a:rPr dirty="0" sz="3400" b="0">
                <a:latin typeface="Microsoft Sans Serif"/>
                <a:cs typeface="Microsoft Sans Serif"/>
              </a:rPr>
              <a:t>YOU</a:t>
            </a:r>
            <a:r>
              <a:rPr dirty="0" sz="3400" spc="15" b="0">
                <a:latin typeface="Microsoft Sans Serif"/>
                <a:cs typeface="Microsoft Sans Serif"/>
              </a:rPr>
              <a:t> </a:t>
            </a:r>
            <a:r>
              <a:rPr dirty="0" sz="3400" b="0">
                <a:latin typeface="Microsoft Sans Serif"/>
                <a:cs typeface="Microsoft Sans Serif"/>
              </a:rPr>
              <a:t>HAVE</a:t>
            </a:r>
            <a:r>
              <a:rPr dirty="0" sz="3400" spc="20" b="0">
                <a:latin typeface="Microsoft Sans Serif"/>
                <a:cs typeface="Microsoft Sans Serif"/>
              </a:rPr>
              <a:t> </a:t>
            </a:r>
            <a:r>
              <a:rPr dirty="0" sz="3400" b="0">
                <a:latin typeface="Microsoft Sans Serif"/>
                <a:cs typeface="Microsoft Sans Serif"/>
              </a:rPr>
              <a:t>ANY</a:t>
            </a:r>
            <a:r>
              <a:rPr dirty="0" sz="3400" spc="15" b="0">
                <a:latin typeface="Microsoft Sans Serif"/>
                <a:cs typeface="Microsoft Sans Serif"/>
              </a:rPr>
              <a:t> </a:t>
            </a:r>
            <a:r>
              <a:rPr dirty="0" sz="3400" spc="-10" b="0">
                <a:latin typeface="Microsoft Sans Serif"/>
                <a:cs typeface="Microsoft Sans Serif"/>
              </a:rPr>
              <a:t>QUESTIONS?</a:t>
            </a:r>
            <a:endParaRPr sz="3400">
              <a:latin typeface="Microsoft Sans Serif"/>
              <a:cs typeface="Microsoft Sans Serif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7868" y="4570339"/>
            <a:ext cx="16770131" cy="43139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8723856"/>
            <a:ext cx="1517973" cy="1563143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363020" y="7767773"/>
            <a:ext cx="1993015" cy="204316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46498" y="5428993"/>
            <a:ext cx="5946134" cy="35908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ABBCC8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George</dc:creator>
  <cp:keywords>DAGjwxS0O50,BAGTWpwXaHo,0</cp:keywords>
  <dc:title>Copy of drone-flight-required-documentation.pptx</dc:title>
  <dcterms:created xsi:type="dcterms:W3CDTF">2025-04-08T13:01:37Z</dcterms:created>
  <dcterms:modified xsi:type="dcterms:W3CDTF">2025-04-08T13:01:37Z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2025-04-08T00:00:00Z</vt:filetime>
  </property>
  <property fmtid="{D5CDD505-2E9C-101B-9397-08002B2CF9AE}" pid="3" name="Creator">
    <vt:lpwstr>Canva</vt:lpwstr>
  </property>
  <property fmtid="{D5CDD505-2E9C-101B-9397-08002B2CF9AE}" pid="4" name="LastSaved">
    <vt:filetime>2025-04-08T00:00:00Z</vt:filetime>
  </property>
  <property fmtid="{D5CDD505-2E9C-101B-9397-08002B2CF9AE}" pid="5" name="Producer">
    <vt:lpwstr>Canva</vt:lpwstr>
  </property>
</Properties>
</file>