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5"/>
  </p:notesMasterIdLst>
  <p:sldIdLst>
    <p:sldId id="256" r:id="rId5"/>
    <p:sldId id="257" r:id="rId6"/>
    <p:sldId id="270" r:id="rId7"/>
    <p:sldId id="261" r:id="rId8"/>
    <p:sldId id="258" r:id="rId9"/>
    <p:sldId id="259" r:id="rId10"/>
    <p:sldId id="260" r:id="rId11"/>
    <p:sldId id="262" r:id="rId12"/>
    <p:sldId id="263" r:id="rId13"/>
    <p:sldId id="269" r:id="rId14"/>
  </p:sldIdLst>
  <p:sldSz cx="18288000" cy="10287000"/>
  <p:notesSz cx="6858000" cy="9144000"/>
  <p:embeddedFontLst>
    <p:embeddedFont>
      <p:font typeface="RQND Pro" panose="020B0604020202020204" charset="0"/>
      <p:regular r:id="rId16"/>
    </p:embeddedFont>
    <p:embeddedFont>
      <p:font typeface="Tomorrow" panose="020B0604020202020204" charset="0"/>
      <p:regular r:id="rId17"/>
    </p:embeddedFont>
    <p:embeddedFont>
      <p:font typeface="Tomorrow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E2000D-9B2F-44E9-ABFE-5445CB1B1F3D}" v="1075" dt="2024-11-19T15:37:28.309"/>
    <p1510:client id="{44AA1074-20E3-B2D0-7DCD-5112E3379471}" v="236" dt="2024-11-18T17:45:42.891"/>
    <p1510:client id="{50C504A3-348E-98EF-12B7-C0944B69E880}" v="306" dt="2024-11-18T18:24:13.727"/>
    <p1510:client id="{7EF5A665-16B8-D9EB-4068-65E60E175E8B}" v="1867" dt="2024-11-18T18:31:21.814"/>
    <p1510:client id="{9C05111C-0409-EF9B-3582-0270F78004C8}" v="413" dt="2024-11-18T18:38:24.344"/>
    <p1510:client id="{E9A4300F-EFBC-FE2A-56F6-F0926A7116B7}" v="2917" dt="2024-11-18T18:34:42.9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460" y="2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ios A. Karyos" userId="f01b131e-ede6-4a9b-992a-25a6022f7e2b" providerId="ADAL" clId="{0BE2000D-9B2F-44E9-ABFE-5445CB1B1F3D}"/>
    <pc:docChg chg="undo custSel delSld modSld">
      <pc:chgData name="Georgios A. Karyos" userId="f01b131e-ede6-4a9b-992a-25a6022f7e2b" providerId="ADAL" clId="{0BE2000D-9B2F-44E9-ABFE-5445CB1B1F3D}" dt="2024-11-19T15:37:28.337" v="1100" actId="12788"/>
      <pc:docMkLst>
        <pc:docMk/>
      </pc:docMkLst>
      <pc:sldChg chg="addSp delSp modSp mod">
        <pc:chgData name="Georgios A. Karyos" userId="f01b131e-ede6-4a9b-992a-25a6022f7e2b" providerId="ADAL" clId="{0BE2000D-9B2F-44E9-ABFE-5445CB1B1F3D}" dt="2024-11-19T15:37:28.337" v="1100" actId="12788"/>
        <pc:sldMkLst>
          <pc:docMk/>
          <pc:sldMk cId="0" sldId="256"/>
        </pc:sldMkLst>
        <pc:spChg chg="del mod">
          <ac:chgData name="Georgios A. Karyos" userId="f01b131e-ede6-4a9b-992a-25a6022f7e2b" providerId="ADAL" clId="{0BE2000D-9B2F-44E9-ABFE-5445CB1B1F3D}" dt="2024-11-18T16:40:55.079" v="208"/>
          <ac:spMkLst>
            <pc:docMk/>
            <pc:sldMk cId="0" sldId="256"/>
            <ac:spMk id="2" creationId="{00000000-0000-0000-0000-000000000000}"/>
          </ac:spMkLst>
        </pc:spChg>
        <pc:spChg chg="add del mod">
          <ac:chgData name="Georgios A. Karyos" userId="f01b131e-ede6-4a9b-992a-25a6022f7e2b" providerId="ADAL" clId="{0BE2000D-9B2F-44E9-ABFE-5445CB1B1F3D}" dt="2024-11-18T16:42:32.803" v="213" actId="12788"/>
          <ac:spMkLst>
            <pc:docMk/>
            <pc:sldMk cId="0" sldId="256"/>
            <ac:spMk id="3" creationId="{00000000-0000-0000-0000-000000000000}"/>
          </ac:spMkLst>
        </pc:spChg>
        <pc:spChg chg="mod">
          <ac:chgData name="Georgios A. Karyos" userId="f01b131e-ede6-4a9b-992a-25a6022f7e2b" providerId="ADAL" clId="{0BE2000D-9B2F-44E9-ABFE-5445CB1B1F3D}" dt="2024-11-18T16:31:47.449" v="34" actId="20577"/>
          <ac:spMkLst>
            <pc:docMk/>
            <pc:sldMk cId="0" sldId="256"/>
            <ac:spMk id="4" creationId="{00000000-0000-0000-0000-000000000000}"/>
          </ac:spMkLst>
        </pc:spChg>
        <pc:spChg chg="del mod">
          <ac:chgData name="Georgios A. Karyos" userId="f01b131e-ede6-4a9b-992a-25a6022f7e2b" providerId="ADAL" clId="{0BE2000D-9B2F-44E9-ABFE-5445CB1B1F3D}" dt="2024-11-18T16:33:39.061" v="47"/>
          <ac:spMkLst>
            <pc:docMk/>
            <pc:sldMk cId="0" sldId="256"/>
            <ac:spMk id="5" creationId="{00000000-0000-0000-0000-000000000000}"/>
          </ac:spMkLst>
        </pc:spChg>
        <pc:spChg chg="del mod">
          <ac:chgData name="Georgios A. Karyos" userId="f01b131e-ede6-4a9b-992a-25a6022f7e2b" providerId="ADAL" clId="{0BE2000D-9B2F-44E9-ABFE-5445CB1B1F3D}" dt="2024-11-18T16:40:55.079" v="208"/>
          <ac:spMkLst>
            <pc:docMk/>
            <pc:sldMk cId="0" sldId="256"/>
            <ac:spMk id="5" creationId="{8712A556-3F74-349B-D5AE-715A2A8E4E75}"/>
          </ac:spMkLst>
        </pc:spChg>
        <pc:spChg chg="mod">
          <ac:chgData name="Georgios A. Karyos" userId="f01b131e-ede6-4a9b-992a-25a6022f7e2b" providerId="ADAL" clId="{0BE2000D-9B2F-44E9-ABFE-5445CB1B1F3D}" dt="2024-11-18T16:20:36.783" v="28" actId="6549"/>
          <ac:spMkLst>
            <pc:docMk/>
            <pc:sldMk cId="0" sldId="256"/>
            <ac:spMk id="6" creationId="{00000000-0000-0000-0000-000000000000}"/>
          </ac:spMkLst>
        </pc:spChg>
        <pc:spChg chg="del">
          <ac:chgData name="Georgios A. Karyos" userId="f01b131e-ede6-4a9b-992a-25a6022f7e2b" providerId="ADAL" clId="{0BE2000D-9B2F-44E9-ABFE-5445CB1B1F3D}" dt="2024-11-18T16:40:25.656" v="205"/>
          <ac:spMkLst>
            <pc:docMk/>
            <pc:sldMk cId="0" sldId="256"/>
            <ac:spMk id="6" creationId="{FA7B8C39-60CD-F0BE-1743-B2F85DCBBA68}"/>
          </ac:spMkLst>
        </pc:spChg>
        <pc:spChg chg="mod">
          <ac:chgData name="Georgios A. Karyos" userId="f01b131e-ede6-4a9b-992a-25a6022f7e2b" providerId="ADAL" clId="{0BE2000D-9B2F-44E9-ABFE-5445CB1B1F3D}" dt="2024-11-19T15:37:28.337" v="1100" actId="12788"/>
          <ac:spMkLst>
            <pc:docMk/>
            <pc:sldMk cId="0" sldId="256"/>
            <ac:spMk id="8" creationId="{54B996AC-082C-B13C-5983-78B7738AF014}"/>
          </ac:spMkLst>
        </pc:spChg>
        <pc:spChg chg="mod">
          <ac:chgData name="Georgios A. Karyos" userId="f01b131e-ede6-4a9b-992a-25a6022f7e2b" providerId="ADAL" clId="{0BE2000D-9B2F-44E9-ABFE-5445CB1B1F3D}" dt="2024-11-18T16:42:24.675" v="212" actId="12788"/>
          <ac:spMkLst>
            <pc:docMk/>
            <pc:sldMk cId="0" sldId="256"/>
            <ac:spMk id="9" creationId="{6EBCB462-FE2E-9EC3-9E1E-43D28CE2F226}"/>
          </ac:spMkLst>
        </pc:spChg>
        <pc:spChg chg="del mod">
          <ac:chgData name="Georgios A. Karyos" userId="f01b131e-ede6-4a9b-992a-25a6022f7e2b" providerId="ADAL" clId="{0BE2000D-9B2F-44E9-ABFE-5445CB1B1F3D}" dt="2024-11-18T16:40:25.656" v="205"/>
          <ac:spMkLst>
            <pc:docMk/>
            <pc:sldMk cId="0" sldId="256"/>
            <ac:spMk id="10" creationId="{DC6BC4B3-9ACC-02F7-B559-C226CC34EEFA}"/>
          </ac:spMkLst>
        </pc:spChg>
        <pc:spChg chg="del">
          <ac:chgData name="Georgios A. Karyos" userId="f01b131e-ede6-4a9b-992a-25a6022f7e2b" providerId="ADAL" clId="{0BE2000D-9B2F-44E9-ABFE-5445CB1B1F3D}" dt="2024-11-18T16:40:55.079" v="208"/>
          <ac:spMkLst>
            <pc:docMk/>
            <pc:sldMk cId="0" sldId="256"/>
            <ac:spMk id="11" creationId="{5B4444BE-7344-1FCE-43B8-B98EA27D9A89}"/>
          </ac:spMkLst>
        </pc:spChg>
        <pc:spChg chg="mod">
          <ac:chgData name="Georgios A. Karyos" userId="f01b131e-ede6-4a9b-992a-25a6022f7e2b" providerId="ADAL" clId="{0BE2000D-9B2F-44E9-ABFE-5445CB1B1F3D}" dt="2024-11-18T16:36:16.518" v="115" actId="20577"/>
          <ac:spMkLst>
            <pc:docMk/>
            <pc:sldMk cId="0" sldId="256"/>
            <ac:spMk id="12" creationId="{821D6181-B499-E058-1EE4-6D634C973BBF}"/>
          </ac:spMkLst>
        </pc:spChg>
        <pc:spChg chg="mod ord">
          <ac:chgData name="Georgios A. Karyos" userId="f01b131e-ede6-4a9b-992a-25a6022f7e2b" providerId="ADAL" clId="{0BE2000D-9B2F-44E9-ABFE-5445CB1B1F3D}" dt="2024-11-18T18:22:19.964" v="919" actId="400"/>
          <ac:spMkLst>
            <pc:docMk/>
            <pc:sldMk cId="0" sldId="256"/>
            <ac:spMk id="13" creationId="{659EC568-49F2-87D0-A7F6-741C1EC32247}"/>
          </ac:spMkLst>
        </pc:spChg>
        <pc:spChg chg="del mod">
          <ac:chgData name="Georgios A. Karyos" userId="f01b131e-ede6-4a9b-992a-25a6022f7e2b" providerId="ADAL" clId="{0BE2000D-9B2F-44E9-ABFE-5445CB1B1F3D}" dt="2024-11-18T16:38:09.452" v="179"/>
          <ac:spMkLst>
            <pc:docMk/>
            <pc:sldMk cId="0" sldId="256"/>
            <ac:spMk id="14" creationId="{4538BD98-93C3-5F0C-1DC8-0C7B240AA91E}"/>
          </ac:spMkLst>
        </pc:spChg>
        <pc:spChg chg="del mod">
          <ac:chgData name="Georgios A. Karyos" userId="f01b131e-ede6-4a9b-992a-25a6022f7e2b" providerId="ADAL" clId="{0BE2000D-9B2F-44E9-ABFE-5445CB1B1F3D}" dt="2024-11-18T16:38:09.451" v="177"/>
          <ac:spMkLst>
            <pc:docMk/>
            <pc:sldMk cId="0" sldId="256"/>
            <ac:spMk id="15" creationId="{B9F8BB0C-C64F-13B4-91AA-9C94D266F90F}"/>
          </ac:spMkLst>
        </pc:spChg>
        <pc:spChg chg="mod">
          <ac:chgData name="Georgios A. Karyos" userId="f01b131e-ede6-4a9b-992a-25a6022f7e2b" providerId="ADAL" clId="{0BE2000D-9B2F-44E9-ABFE-5445CB1B1F3D}" dt="2024-11-18T16:36:02.428" v="111" actId="20577"/>
          <ac:spMkLst>
            <pc:docMk/>
            <pc:sldMk cId="0" sldId="256"/>
            <ac:spMk id="16" creationId="{2B916531-F5B4-6CF8-5BAD-2B12C99BC93B}"/>
          </ac:spMkLst>
        </pc:spChg>
        <pc:spChg chg="mod">
          <ac:chgData name="Georgios A. Karyos" userId="f01b131e-ede6-4a9b-992a-25a6022f7e2b" providerId="ADAL" clId="{0BE2000D-9B2F-44E9-ABFE-5445CB1B1F3D}" dt="2024-11-18T20:23:21.677" v="1076" actId="1076"/>
          <ac:spMkLst>
            <pc:docMk/>
            <pc:sldMk cId="0" sldId="256"/>
            <ac:spMk id="20" creationId="{0463F6F6-E942-2F28-F6F4-5185061F3E53}"/>
          </ac:spMkLst>
        </pc:spChg>
      </pc:sldChg>
      <pc:sldChg chg="delSp modSp mod">
        <pc:chgData name="Georgios A. Karyos" userId="f01b131e-ede6-4a9b-992a-25a6022f7e2b" providerId="ADAL" clId="{0BE2000D-9B2F-44E9-ABFE-5445CB1B1F3D}" dt="2024-11-18T18:13:40.567" v="810" actId="14100"/>
        <pc:sldMkLst>
          <pc:docMk/>
          <pc:sldMk cId="0" sldId="257"/>
        </pc:sldMkLst>
        <pc:spChg chg="del mod">
          <ac:chgData name="Georgios A. Karyos" userId="f01b131e-ede6-4a9b-992a-25a6022f7e2b" providerId="ADAL" clId="{0BE2000D-9B2F-44E9-ABFE-5445CB1B1F3D}" dt="2024-11-18T18:13:00.802" v="805" actId="478"/>
          <ac:spMkLst>
            <pc:docMk/>
            <pc:sldMk cId="0" sldId="257"/>
            <ac:spMk id="33" creationId="{00000000-0000-0000-0000-000000000000}"/>
          </ac:spMkLst>
        </pc:spChg>
        <pc:spChg chg="mod">
          <ac:chgData name="Georgios A. Karyos" userId="f01b131e-ede6-4a9b-992a-25a6022f7e2b" providerId="ADAL" clId="{0BE2000D-9B2F-44E9-ABFE-5445CB1B1F3D}" dt="2024-11-18T16:46:35.213" v="267" actId="1076"/>
          <ac:spMkLst>
            <pc:docMk/>
            <pc:sldMk cId="0" sldId="257"/>
            <ac:spMk id="34" creationId="{00000000-0000-0000-0000-000000000000}"/>
          </ac:spMkLst>
        </pc:spChg>
        <pc:spChg chg="mod">
          <ac:chgData name="Georgios A. Karyos" userId="f01b131e-ede6-4a9b-992a-25a6022f7e2b" providerId="ADAL" clId="{0BE2000D-9B2F-44E9-ABFE-5445CB1B1F3D}" dt="2024-11-18T18:13:40.567" v="810" actId="14100"/>
          <ac:spMkLst>
            <pc:docMk/>
            <pc:sldMk cId="0" sldId="257"/>
            <ac:spMk id="35" creationId="{00000000-0000-0000-0000-000000000000}"/>
          </ac:spMkLst>
        </pc:spChg>
        <pc:spChg chg="mod">
          <ac:chgData name="Georgios A. Karyos" userId="f01b131e-ede6-4a9b-992a-25a6022f7e2b" providerId="ADAL" clId="{0BE2000D-9B2F-44E9-ABFE-5445CB1B1F3D}" dt="2024-11-18T16:44:09.117" v="235" actId="313"/>
          <ac:spMkLst>
            <pc:docMk/>
            <pc:sldMk cId="0" sldId="257"/>
            <ac:spMk id="36" creationId="{3A54393C-02EE-1C36-AE39-F849CCEBECBC}"/>
          </ac:spMkLst>
        </pc:spChg>
      </pc:sldChg>
      <pc:sldChg chg="addSp delSp modSp mod">
        <pc:chgData name="Georgios A. Karyos" userId="f01b131e-ede6-4a9b-992a-25a6022f7e2b" providerId="ADAL" clId="{0BE2000D-9B2F-44E9-ABFE-5445CB1B1F3D}" dt="2024-11-18T18:46:34.668" v="1053" actId="1035"/>
        <pc:sldMkLst>
          <pc:docMk/>
          <pc:sldMk cId="0" sldId="258"/>
        </pc:sldMkLst>
        <pc:spChg chg="mod">
          <ac:chgData name="Georgios A. Karyos" userId="f01b131e-ede6-4a9b-992a-25a6022f7e2b" providerId="ADAL" clId="{0BE2000D-9B2F-44E9-ABFE-5445CB1B1F3D}" dt="2024-11-18T18:18:36.169" v="867" actId="255"/>
          <ac:spMkLst>
            <pc:docMk/>
            <pc:sldMk cId="0" sldId="258"/>
            <ac:spMk id="2" creationId="{00000000-0000-0000-0000-000000000000}"/>
          </ac:spMkLst>
        </pc:spChg>
        <pc:spChg chg="del">
          <ac:chgData name="Georgios A. Karyos" userId="f01b131e-ede6-4a9b-992a-25a6022f7e2b" providerId="ADAL" clId="{0BE2000D-9B2F-44E9-ABFE-5445CB1B1F3D}" dt="2024-11-18T17:04:37.195" v="370" actId="478"/>
          <ac:spMkLst>
            <pc:docMk/>
            <pc:sldMk cId="0" sldId="258"/>
            <ac:spMk id="6" creationId="{00000000-0000-0000-0000-000000000000}"/>
          </ac:spMkLst>
        </pc:spChg>
        <pc:spChg chg="mod">
          <ac:chgData name="Georgios A. Karyos" userId="f01b131e-ede6-4a9b-992a-25a6022f7e2b" providerId="ADAL" clId="{0BE2000D-9B2F-44E9-ABFE-5445CB1B1F3D}" dt="2024-11-18T18:25:00.822" v="949" actId="1036"/>
          <ac:spMkLst>
            <pc:docMk/>
            <pc:sldMk cId="0" sldId="258"/>
            <ac:spMk id="10" creationId="{00000000-0000-0000-0000-000000000000}"/>
          </ac:spMkLst>
        </pc:spChg>
        <pc:spChg chg="del mod">
          <ac:chgData name="Georgios A. Karyos" userId="f01b131e-ede6-4a9b-992a-25a6022f7e2b" providerId="ADAL" clId="{0BE2000D-9B2F-44E9-ABFE-5445CB1B1F3D}" dt="2024-11-18T17:22:59.445" v="452"/>
          <ac:spMkLst>
            <pc:docMk/>
            <pc:sldMk cId="0" sldId="258"/>
            <ac:spMk id="15" creationId="{4717AB6B-145B-4826-8B69-3ACD724C7C5A}"/>
          </ac:spMkLst>
        </pc:spChg>
        <pc:spChg chg="add mod">
          <ac:chgData name="Georgios A. Karyos" userId="f01b131e-ede6-4a9b-992a-25a6022f7e2b" providerId="ADAL" clId="{0BE2000D-9B2F-44E9-ABFE-5445CB1B1F3D}" dt="2024-11-18T17:29:33.343" v="491" actId="1076"/>
          <ac:spMkLst>
            <pc:docMk/>
            <pc:sldMk cId="0" sldId="258"/>
            <ac:spMk id="17" creationId="{5B512B15-0338-88C3-1538-CEBA78FAF2E0}"/>
          </ac:spMkLst>
        </pc:spChg>
        <pc:spChg chg="add mod">
          <ac:chgData name="Georgios A. Karyos" userId="f01b131e-ede6-4a9b-992a-25a6022f7e2b" providerId="ADAL" clId="{0BE2000D-9B2F-44E9-ABFE-5445CB1B1F3D}" dt="2024-11-18T18:46:34.668" v="1053" actId="1035"/>
          <ac:spMkLst>
            <pc:docMk/>
            <pc:sldMk cId="0" sldId="258"/>
            <ac:spMk id="18" creationId="{E0EC2BF9-BA8F-4A4F-854E-2C02D9797494}"/>
          </ac:spMkLst>
        </pc:spChg>
        <pc:spChg chg="add mod">
          <ac:chgData name="Georgios A. Karyos" userId="f01b131e-ede6-4a9b-992a-25a6022f7e2b" providerId="ADAL" clId="{0BE2000D-9B2F-44E9-ABFE-5445CB1B1F3D}" dt="2024-11-18T17:41:37.749" v="540" actId="1076"/>
          <ac:spMkLst>
            <pc:docMk/>
            <pc:sldMk cId="0" sldId="258"/>
            <ac:spMk id="20" creationId="{764EBC86-D54E-1D3E-22C5-6F8997229843}"/>
          </ac:spMkLst>
        </pc:spChg>
        <pc:picChg chg="mod">
          <ac:chgData name="Georgios A. Karyos" userId="f01b131e-ede6-4a9b-992a-25a6022f7e2b" providerId="ADAL" clId="{0BE2000D-9B2F-44E9-ABFE-5445CB1B1F3D}" dt="2024-11-18T17:09:37.943" v="373" actId="1076"/>
          <ac:picMkLst>
            <pc:docMk/>
            <pc:sldMk cId="0" sldId="258"/>
            <ac:picMk id="7" creationId="{D5F587EA-7B99-07CF-AB21-36E4A3C761AD}"/>
          </ac:picMkLst>
        </pc:picChg>
        <pc:picChg chg="mod">
          <ac:chgData name="Georgios A. Karyos" userId="f01b131e-ede6-4a9b-992a-25a6022f7e2b" providerId="ADAL" clId="{0BE2000D-9B2F-44E9-ABFE-5445CB1B1F3D}" dt="2024-11-18T17:19:02.210" v="410" actId="1076"/>
          <ac:picMkLst>
            <pc:docMk/>
            <pc:sldMk cId="0" sldId="258"/>
            <ac:picMk id="8" creationId="{160D5232-8198-E754-80B3-DABEDCA812B8}"/>
          </ac:picMkLst>
        </pc:picChg>
        <pc:picChg chg="mod modCrop">
          <ac:chgData name="Georgios A. Karyos" userId="f01b131e-ede6-4a9b-992a-25a6022f7e2b" providerId="ADAL" clId="{0BE2000D-9B2F-44E9-ABFE-5445CB1B1F3D}" dt="2024-11-18T17:40:57.866" v="534" actId="1076"/>
          <ac:picMkLst>
            <pc:docMk/>
            <pc:sldMk cId="0" sldId="258"/>
            <ac:picMk id="11" creationId="{5C10F389-3626-6D45-18F2-E0C691C8D738}"/>
          </ac:picMkLst>
        </pc:picChg>
      </pc:sldChg>
      <pc:sldChg chg="modSp mod">
        <pc:chgData name="Georgios A. Karyos" userId="f01b131e-ede6-4a9b-992a-25a6022f7e2b" providerId="ADAL" clId="{0BE2000D-9B2F-44E9-ABFE-5445CB1B1F3D}" dt="2024-11-18T18:18:49.173" v="868" actId="108"/>
        <pc:sldMkLst>
          <pc:docMk/>
          <pc:sldMk cId="0" sldId="259"/>
        </pc:sldMkLst>
        <pc:spChg chg="mod">
          <ac:chgData name="Georgios A. Karyos" userId="f01b131e-ede6-4a9b-992a-25a6022f7e2b" providerId="ADAL" clId="{0BE2000D-9B2F-44E9-ABFE-5445CB1B1F3D}" dt="2024-11-18T16:45:02.454" v="242" actId="1038"/>
          <ac:spMkLst>
            <pc:docMk/>
            <pc:sldMk cId="0" sldId="259"/>
            <ac:spMk id="6" creationId="{00000000-0000-0000-0000-000000000000}"/>
          </ac:spMkLst>
        </pc:spChg>
        <pc:spChg chg="mod">
          <ac:chgData name="Georgios A. Karyos" userId="f01b131e-ede6-4a9b-992a-25a6022f7e2b" providerId="ADAL" clId="{0BE2000D-9B2F-44E9-ABFE-5445CB1B1F3D}" dt="2024-11-18T18:18:49.173" v="868" actId="108"/>
          <ac:spMkLst>
            <pc:docMk/>
            <pc:sldMk cId="0" sldId="259"/>
            <ac:spMk id="7" creationId="{00000000-0000-0000-0000-000000000000}"/>
          </ac:spMkLst>
        </pc:spChg>
        <pc:picChg chg="mod">
          <ac:chgData name="Georgios A. Karyos" userId="f01b131e-ede6-4a9b-992a-25a6022f7e2b" providerId="ADAL" clId="{0BE2000D-9B2F-44E9-ABFE-5445CB1B1F3D}" dt="2024-11-18T17:42:59.489" v="544" actId="1076"/>
          <ac:picMkLst>
            <pc:docMk/>
            <pc:sldMk cId="0" sldId="259"/>
            <ac:picMk id="11" creationId="{1D41DC71-E0FB-F795-EEB9-7622AA6B4EF6}"/>
          </ac:picMkLst>
        </pc:picChg>
      </pc:sldChg>
      <pc:sldChg chg="addSp delSp modSp mod">
        <pc:chgData name="Georgios A. Karyos" userId="f01b131e-ede6-4a9b-992a-25a6022f7e2b" providerId="ADAL" clId="{0BE2000D-9B2F-44E9-ABFE-5445CB1B1F3D}" dt="2024-11-18T18:47:20.571" v="1064" actId="1076"/>
        <pc:sldMkLst>
          <pc:docMk/>
          <pc:sldMk cId="0" sldId="260"/>
        </pc:sldMkLst>
        <pc:spChg chg="mod">
          <ac:chgData name="Georgios A. Karyos" userId="f01b131e-ede6-4a9b-992a-25a6022f7e2b" providerId="ADAL" clId="{0BE2000D-9B2F-44E9-ABFE-5445CB1B1F3D}" dt="2024-11-18T18:24:41.882" v="944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Georgios A. Karyos" userId="f01b131e-ede6-4a9b-992a-25a6022f7e2b" providerId="ADAL" clId="{0BE2000D-9B2F-44E9-ABFE-5445CB1B1F3D}" dt="2024-11-18T17:18:22.251" v="381" actId="1076"/>
          <ac:spMkLst>
            <pc:docMk/>
            <pc:sldMk cId="0" sldId="260"/>
            <ac:spMk id="4" creationId="{00000000-0000-0000-0000-000000000000}"/>
          </ac:spMkLst>
        </pc:spChg>
        <pc:spChg chg="mod">
          <ac:chgData name="Georgios A. Karyos" userId="f01b131e-ede6-4a9b-992a-25a6022f7e2b" providerId="ADAL" clId="{0BE2000D-9B2F-44E9-ABFE-5445CB1B1F3D}" dt="2024-11-18T17:18:22.251" v="381" actId="1076"/>
          <ac:spMkLst>
            <pc:docMk/>
            <pc:sldMk cId="0" sldId="260"/>
            <ac:spMk id="5" creationId="{00000000-0000-0000-0000-000000000000}"/>
          </ac:spMkLst>
        </pc:spChg>
        <pc:spChg chg="mod">
          <ac:chgData name="Georgios A. Karyos" userId="f01b131e-ede6-4a9b-992a-25a6022f7e2b" providerId="ADAL" clId="{0BE2000D-9B2F-44E9-ABFE-5445CB1B1F3D}" dt="2024-11-18T17:18:22.251" v="381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Georgios A. Karyos" userId="f01b131e-ede6-4a9b-992a-25a6022f7e2b" providerId="ADAL" clId="{0BE2000D-9B2F-44E9-ABFE-5445CB1B1F3D}" dt="2024-11-18T17:18:22.251" v="381" actId="1076"/>
          <ac:spMkLst>
            <pc:docMk/>
            <pc:sldMk cId="0" sldId="260"/>
            <ac:spMk id="7" creationId="{00000000-0000-0000-0000-000000000000}"/>
          </ac:spMkLst>
        </pc:spChg>
        <pc:spChg chg="del">
          <ac:chgData name="Georgios A. Karyos" userId="f01b131e-ede6-4a9b-992a-25a6022f7e2b" providerId="ADAL" clId="{0BE2000D-9B2F-44E9-ABFE-5445CB1B1F3D}" dt="2024-11-18T17:18:48.507" v="400" actId="478"/>
          <ac:spMkLst>
            <pc:docMk/>
            <pc:sldMk cId="0" sldId="260"/>
            <ac:spMk id="9" creationId="{00000000-0000-0000-0000-000000000000}"/>
          </ac:spMkLst>
        </pc:spChg>
        <pc:spChg chg="mod">
          <ac:chgData name="Georgios A. Karyos" userId="f01b131e-ede6-4a9b-992a-25a6022f7e2b" providerId="ADAL" clId="{0BE2000D-9B2F-44E9-ABFE-5445CB1B1F3D}" dt="2024-11-18T18:47:09.227" v="1062" actId="1076"/>
          <ac:spMkLst>
            <pc:docMk/>
            <pc:sldMk cId="0" sldId="260"/>
            <ac:spMk id="13" creationId="{B2B13D01-789C-209F-981A-C3B32C72F0F3}"/>
          </ac:spMkLst>
        </pc:spChg>
        <pc:spChg chg="mod">
          <ac:chgData name="Georgios A. Karyos" userId="f01b131e-ede6-4a9b-992a-25a6022f7e2b" providerId="ADAL" clId="{0BE2000D-9B2F-44E9-ABFE-5445CB1B1F3D}" dt="2024-11-18T18:19:25.494" v="871" actId="108"/>
          <ac:spMkLst>
            <pc:docMk/>
            <pc:sldMk cId="0" sldId="260"/>
            <ac:spMk id="15" creationId="{E7F2DD76-027B-DC6C-8AAC-9A0E39F9135D}"/>
          </ac:spMkLst>
        </pc:spChg>
        <pc:spChg chg="mod">
          <ac:chgData name="Georgios A. Karyos" userId="f01b131e-ede6-4a9b-992a-25a6022f7e2b" providerId="ADAL" clId="{0BE2000D-9B2F-44E9-ABFE-5445CB1B1F3D}" dt="2024-11-18T18:47:20.571" v="1064" actId="1076"/>
          <ac:spMkLst>
            <pc:docMk/>
            <pc:sldMk cId="0" sldId="260"/>
            <ac:spMk id="16" creationId="{E0DCB8D6-2919-F4B1-676B-50582D18D768}"/>
          </ac:spMkLst>
        </pc:spChg>
        <pc:spChg chg="del mod">
          <ac:chgData name="Georgios A. Karyos" userId="f01b131e-ede6-4a9b-992a-25a6022f7e2b" providerId="ADAL" clId="{0BE2000D-9B2F-44E9-ABFE-5445CB1B1F3D}" dt="2024-11-18T17:18:48.508" v="402"/>
          <ac:spMkLst>
            <pc:docMk/>
            <pc:sldMk cId="0" sldId="260"/>
            <ac:spMk id="18" creationId="{00000000-0000-0000-0000-000000000000}"/>
          </ac:spMkLst>
        </pc:spChg>
        <pc:spChg chg="del mod">
          <ac:chgData name="Georgios A. Karyos" userId="f01b131e-ede6-4a9b-992a-25a6022f7e2b" providerId="ADAL" clId="{0BE2000D-9B2F-44E9-ABFE-5445CB1B1F3D}" dt="2024-11-18T17:18:48.509" v="404"/>
          <ac:spMkLst>
            <pc:docMk/>
            <pc:sldMk cId="0" sldId="260"/>
            <ac:spMk id="22" creationId="{00000000-0000-0000-0000-000000000000}"/>
          </ac:spMkLst>
        </pc:spChg>
        <pc:spChg chg="del mod">
          <ac:chgData name="Georgios A. Karyos" userId="f01b131e-ede6-4a9b-992a-25a6022f7e2b" providerId="ADAL" clId="{0BE2000D-9B2F-44E9-ABFE-5445CB1B1F3D}" dt="2024-11-18T17:18:48.509" v="406"/>
          <ac:spMkLst>
            <pc:docMk/>
            <pc:sldMk cId="0" sldId="260"/>
            <ac:spMk id="23" creationId="{00000000-0000-0000-0000-000000000000}"/>
          </ac:spMkLst>
        </pc:spChg>
        <pc:grpChg chg="mod">
          <ac:chgData name="Georgios A. Karyos" userId="f01b131e-ede6-4a9b-992a-25a6022f7e2b" providerId="ADAL" clId="{0BE2000D-9B2F-44E9-ABFE-5445CB1B1F3D}" dt="2024-11-18T17:18:22.251" v="381" actId="1076"/>
          <ac:grpSpMkLst>
            <pc:docMk/>
            <pc:sldMk cId="0" sldId="260"/>
            <ac:grpSpMk id="3" creationId="{00000000-0000-0000-0000-000000000000}"/>
          </ac:grpSpMkLst>
        </pc:grpChg>
        <pc:grpChg chg="del">
          <ac:chgData name="Georgios A. Karyos" userId="f01b131e-ede6-4a9b-992a-25a6022f7e2b" providerId="ADAL" clId="{0BE2000D-9B2F-44E9-ABFE-5445CB1B1F3D}" dt="2024-11-18T17:18:50.206" v="407" actId="478"/>
          <ac:grpSpMkLst>
            <pc:docMk/>
            <pc:sldMk cId="0" sldId="260"/>
            <ac:grpSpMk id="13" creationId="{00000000-0000-0000-0000-000000000000}"/>
          </ac:grpSpMkLst>
        </pc:grpChg>
        <pc:picChg chg="mod">
          <ac:chgData name="Georgios A. Karyos" userId="f01b131e-ede6-4a9b-992a-25a6022f7e2b" providerId="ADAL" clId="{0BE2000D-9B2F-44E9-ABFE-5445CB1B1F3D}" dt="2024-11-18T18:42:39.839" v="1017" actId="1076"/>
          <ac:picMkLst>
            <pc:docMk/>
            <pc:sldMk cId="0" sldId="260"/>
            <ac:picMk id="9" creationId="{93795A47-E882-97BC-803E-934675E4BCC6}"/>
          </ac:picMkLst>
        </pc:picChg>
        <pc:picChg chg="add del mod">
          <ac:chgData name="Georgios A. Karyos" userId="f01b131e-ede6-4a9b-992a-25a6022f7e2b" providerId="ADAL" clId="{0BE2000D-9B2F-44E9-ABFE-5445CB1B1F3D}" dt="2024-11-18T17:19:26.774" v="411" actId="478"/>
          <ac:picMkLst>
            <pc:docMk/>
            <pc:sldMk cId="0" sldId="260"/>
            <ac:picMk id="1026" creationId="{3C1BA766-F13A-3FF0-377E-BCCA367E4CCE}"/>
          </ac:picMkLst>
        </pc:picChg>
      </pc:sldChg>
      <pc:sldChg chg="addSp delSp modSp mod">
        <pc:chgData name="Georgios A. Karyos" userId="f01b131e-ede6-4a9b-992a-25a6022f7e2b" providerId="ADAL" clId="{0BE2000D-9B2F-44E9-ABFE-5445CB1B1F3D}" dt="2024-11-18T18:25:18.017" v="951" actId="14100"/>
        <pc:sldMkLst>
          <pc:docMk/>
          <pc:sldMk cId="0" sldId="261"/>
        </pc:sldMkLst>
        <pc:spChg chg="mod">
          <ac:chgData name="Georgios A. Karyos" userId="f01b131e-ede6-4a9b-992a-25a6022f7e2b" providerId="ADAL" clId="{0BE2000D-9B2F-44E9-ABFE-5445CB1B1F3D}" dt="2024-11-18T18:17:27.101" v="864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Georgios A. Karyos" userId="f01b131e-ede6-4a9b-992a-25a6022f7e2b" providerId="ADAL" clId="{0BE2000D-9B2F-44E9-ABFE-5445CB1B1F3D}" dt="2024-11-18T18:17:37.852" v="865" actId="33524"/>
          <ac:spMkLst>
            <pc:docMk/>
            <pc:sldMk cId="0" sldId="261"/>
            <ac:spMk id="5" creationId="{D1A09FD8-B83E-4622-05E6-FA2C39346AE2}"/>
          </ac:spMkLst>
        </pc:spChg>
        <pc:spChg chg="mod">
          <ac:chgData name="Georgios A. Karyos" userId="f01b131e-ede6-4a9b-992a-25a6022f7e2b" providerId="ADAL" clId="{0BE2000D-9B2F-44E9-ABFE-5445CB1B1F3D}" dt="2024-11-18T18:17:17.287" v="860" actId="164"/>
          <ac:spMkLst>
            <pc:docMk/>
            <pc:sldMk cId="0" sldId="261"/>
            <ac:spMk id="6" creationId="{00000000-0000-0000-0000-000000000000}"/>
          </ac:spMkLst>
        </pc:spChg>
        <pc:spChg chg="mod">
          <ac:chgData name="Georgios A. Karyos" userId="f01b131e-ede6-4a9b-992a-25a6022f7e2b" providerId="ADAL" clId="{0BE2000D-9B2F-44E9-ABFE-5445CB1B1F3D}" dt="2024-11-18T18:17:17.287" v="860" actId="164"/>
          <ac:spMkLst>
            <pc:docMk/>
            <pc:sldMk cId="0" sldId="261"/>
            <ac:spMk id="7" creationId="{00000000-0000-0000-0000-000000000000}"/>
          </ac:spMkLst>
        </pc:spChg>
        <pc:spChg chg="mod">
          <ac:chgData name="Georgios A. Karyos" userId="f01b131e-ede6-4a9b-992a-25a6022f7e2b" providerId="ADAL" clId="{0BE2000D-9B2F-44E9-ABFE-5445CB1B1F3D}" dt="2024-11-18T18:14:28.006" v="812" actId="108"/>
          <ac:spMkLst>
            <pc:docMk/>
            <pc:sldMk cId="0" sldId="261"/>
            <ac:spMk id="8" creationId="{00000000-0000-0000-0000-000000000000}"/>
          </ac:spMkLst>
        </pc:spChg>
        <pc:spChg chg="del">
          <ac:chgData name="Georgios A. Karyos" userId="f01b131e-ede6-4a9b-992a-25a6022f7e2b" providerId="ADAL" clId="{0BE2000D-9B2F-44E9-ABFE-5445CB1B1F3D}" dt="2024-11-18T18:25:11.164" v="950" actId="478"/>
          <ac:spMkLst>
            <pc:docMk/>
            <pc:sldMk cId="0" sldId="261"/>
            <ac:spMk id="13" creationId="{38C0AFA2-369C-6EA8-C60B-C3F5B3653657}"/>
          </ac:spMkLst>
        </pc:spChg>
        <pc:grpChg chg="add mod">
          <ac:chgData name="Georgios A. Karyos" userId="f01b131e-ede6-4a9b-992a-25a6022f7e2b" providerId="ADAL" clId="{0BE2000D-9B2F-44E9-ABFE-5445CB1B1F3D}" dt="2024-11-18T18:17:24.648" v="862" actId="14100"/>
          <ac:grpSpMkLst>
            <pc:docMk/>
            <pc:sldMk cId="0" sldId="261"/>
            <ac:grpSpMk id="4" creationId="{C3092257-A05E-DBD8-A849-80DA7B124973}"/>
          </ac:grpSpMkLst>
        </pc:grpChg>
        <pc:picChg chg="mod">
          <ac:chgData name="Georgios A. Karyos" userId="f01b131e-ede6-4a9b-992a-25a6022f7e2b" providerId="ADAL" clId="{0BE2000D-9B2F-44E9-ABFE-5445CB1B1F3D}" dt="2024-11-18T18:25:18.017" v="951" actId="14100"/>
          <ac:picMkLst>
            <pc:docMk/>
            <pc:sldMk cId="0" sldId="261"/>
            <ac:picMk id="3" creationId="{D2E04462-7700-072A-4F66-613263E74F04}"/>
          </ac:picMkLst>
        </pc:picChg>
      </pc:sldChg>
      <pc:sldChg chg="addSp delSp modSp mod">
        <pc:chgData name="Georgios A. Karyos" userId="f01b131e-ede6-4a9b-992a-25a6022f7e2b" providerId="ADAL" clId="{0BE2000D-9B2F-44E9-ABFE-5445CB1B1F3D}" dt="2024-11-18T18:24:32.689" v="943" actId="1076"/>
        <pc:sldMkLst>
          <pc:docMk/>
          <pc:sldMk cId="0" sldId="262"/>
        </pc:sldMkLst>
        <pc:spChg chg="mod">
          <ac:chgData name="Georgios A. Karyos" userId="f01b131e-ede6-4a9b-992a-25a6022f7e2b" providerId="ADAL" clId="{0BE2000D-9B2F-44E9-ABFE-5445CB1B1F3D}" dt="2024-11-18T18:24:32.689" v="943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Georgios A. Karyos" userId="f01b131e-ede6-4a9b-992a-25a6022f7e2b" providerId="ADAL" clId="{0BE2000D-9B2F-44E9-ABFE-5445CB1B1F3D}" dt="2024-11-18T18:20:03.285" v="874" actId="108"/>
          <ac:spMkLst>
            <pc:docMk/>
            <pc:sldMk cId="0" sldId="262"/>
            <ac:spMk id="3" creationId="{00000000-0000-0000-0000-000000000000}"/>
          </ac:spMkLst>
        </pc:spChg>
        <pc:spChg chg="mod">
          <ac:chgData name="Georgios A. Karyos" userId="f01b131e-ede6-4a9b-992a-25a6022f7e2b" providerId="ADAL" clId="{0BE2000D-9B2F-44E9-ABFE-5445CB1B1F3D}" dt="2024-11-18T18:20:15.134" v="877" actId="20577"/>
          <ac:spMkLst>
            <pc:docMk/>
            <pc:sldMk cId="0" sldId="262"/>
            <ac:spMk id="7" creationId="{00000000-0000-0000-0000-000000000000}"/>
          </ac:spMkLst>
        </pc:spChg>
        <pc:spChg chg="add">
          <ac:chgData name="Georgios A. Karyos" userId="f01b131e-ede6-4a9b-992a-25a6022f7e2b" providerId="ADAL" clId="{0BE2000D-9B2F-44E9-ABFE-5445CB1B1F3D}" dt="2024-11-18T17:53:36.597" v="578"/>
          <ac:spMkLst>
            <pc:docMk/>
            <pc:sldMk cId="0" sldId="262"/>
            <ac:spMk id="9" creationId="{9ED8A013-FE8C-7F6C-6336-B0E0E5F0283C}"/>
          </ac:spMkLst>
        </pc:spChg>
        <pc:spChg chg="add del mod">
          <ac:chgData name="Georgios A. Karyos" userId="f01b131e-ede6-4a9b-992a-25a6022f7e2b" providerId="ADAL" clId="{0BE2000D-9B2F-44E9-ABFE-5445CB1B1F3D}" dt="2024-11-18T17:54:57.505" v="600" actId="478"/>
          <ac:spMkLst>
            <pc:docMk/>
            <pc:sldMk cId="0" sldId="262"/>
            <ac:spMk id="10" creationId="{D4B1337F-6F62-1CD1-986B-30B024D053D0}"/>
          </ac:spMkLst>
        </pc:spChg>
        <pc:spChg chg="add">
          <ac:chgData name="Georgios A. Karyos" userId="f01b131e-ede6-4a9b-992a-25a6022f7e2b" providerId="ADAL" clId="{0BE2000D-9B2F-44E9-ABFE-5445CB1B1F3D}" dt="2024-11-18T17:53:52.407" v="580"/>
          <ac:spMkLst>
            <pc:docMk/>
            <pc:sldMk cId="0" sldId="262"/>
            <ac:spMk id="11" creationId="{C7327C8B-0C7E-6B5E-2BB1-E98A6C1A3DDB}"/>
          </ac:spMkLst>
        </pc:spChg>
        <pc:spChg chg="add">
          <ac:chgData name="Georgios A. Karyos" userId="f01b131e-ede6-4a9b-992a-25a6022f7e2b" providerId="ADAL" clId="{0BE2000D-9B2F-44E9-ABFE-5445CB1B1F3D}" dt="2024-11-18T17:54:01.279" v="581"/>
          <ac:spMkLst>
            <pc:docMk/>
            <pc:sldMk cId="0" sldId="262"/>
            <ac:spMk id="12" creationId="{DB1FD6FB-4808-CF37-C40D-450FAB742FD6}"/>
          </ac:spMkLst>
        </pc:spChg>
        <pc:spChg chg="add mod">
          <ac:chgData name="Georgios A. Karyos" userId="f01b131e-ede6-4a9b-992a-25a6022f7e2b" providerId="ADAL" clId="{0BE2000D-9B2F-44E9-ABFE-5445CB1B1F3D}" dt="2024-11-18T18:04:15.663" v="715" actId="1076"/>
          <ac:spMkLst>
            <pc:docMk/>
            <pc:sldMk cId="0" sldId="262"/>
            <ac:spMk id="13" creationId="{EDA4C721-0E69-1060-D173-1A38F876AC23}"/>
          </ac:spMkLst>
        </pc:spChg>
        <pc:spChg chg="add del mod">
          <ac:chgData name="Georgios A. Karyos" userId="f01b131e-ede6-4a9b-992a-25a6022f7e2b" providerId="ADAL" clId="{0BE2000D-9B2F-44E9-ABFE-5445CB1B1F3D}" dt="2024-11-18T17:54:39.921" v="595" actId="478"/>
          <ac:spMkLst>
            <pc:docMk/>
            <pc:sldMk cId="0" sldId="262"/>
            <ac:spMk id="14" creationId="{74F8FA3C-879C-8662-C24E-AFE9BCC06066}"/>
          </ac:spMkLst>
        </pc:spChg>
        <pc:spChg chg="add del mod">
          <ac:chgData name="Georgios A. Karyos" userId="f01b131e-ede6-4a9b-992a-25a6022f7e2b" providerId="ADAL" clId="{0BE2000D-9B2F-44E9-ABFE-5445CB1B1F3D}" dt="2024-11-18T17:54:33.111" v="592" actId="478"/>
          <ac:spMkLst>
            <pc:docMk/>
            <pc:sldMk cId="0" sldId="262"/>
            <ac:spMk id="15" creationId="{604576F9-4937-0728-0C01-493930C4EF22}"/>
          </ac:spMkLst>
        </pc:spChg>
        <pc:spChg chg="del mod">
          <ac:chgData name="Georgios A. Karyos" userId="f01b131e-ede6-4a9b-992a-25a6022f7e2b" providerId="ADAL" clId="{0BE2000D-9B2F-44E9-ABFE-5445CB1B1F3D}" dt="2024-11-18T17:55:27.557" v="604" actId="478"/>
          <ac:spMkLst>
            <pc:docMk/>
            <pc:sldMk cId="0" sldId="262"/>
            <ac:spMk id="16" creationId="{F2342E7D-35A4-0523-F53B-F5CBAB71F2A2}"/>
          </ac:spMkLst>
        </pc:spChg>
        <pc:spChg chg="del mod">
          <ac:chgData name="Georgios A. Karyos" userId="f01b131e-ede6-4a9b-992a-25a6022f7e2b" providerId="ADAL" clId="{0BE2000D-9B2F-44E9-ABFE-5445CB1B1F3D}" dt="2024-11-18T17:50:59.018" v="563" actId="478"/>
          <ac:spMkLst>
            <pc:docMk/>
            <pc:sldMk cId="0" sldId="262"/>
            <ac:spMk id="18" creationId="{DD3F9E04-7C81-8A5C-B897-F6634BC4A3A7}"/>
          </ac:spMkLst>
        </pc:spChg>
        <pc:spChg chg="add mod">
          <ac:chgData name="Georgios A. Karyos" userId="f01b131e-ede6-4a9b-992a-25a6022f7e2b" providerId="ADAL" clId="{0BE2000D-9B2F-44E9-ABFE-5445CB1B1F3D}" dt="2024-11-18T18:04:22.133" v="716" actId="14100"/>
          <ac:spMkLst>
            <pc:docMk/>
            <pc:sldMk cId="0" sldId="262"/>
            <ac:spMk id="19" creationId="{A46D0763-A54F-DCAB-DDBF-52CF070EE4F5}"/>
          </ac:spMkLst>
        </pc:spChg>
        <pc:picChg chg="add mod modCrop">
          <ac:chgData name="Georgios A. Karyos" userId="f01b131e-ede6-4a9b-992a-25a6022f7e2b" providerId="ADAL" clId="{0BE2000D-9B2F-44E9-ABFE-5445CB1B1F3D}" dt="2024-11-18T18:05:43.998" v="720" actId="1036"/>
          <ac:picMkLst>
            <pc:docMk/>
            <pc:sldMk cId="0" sldId="262"/>
            <ac:picMk id="5" creationId="{C4D2EBE9-8896-736A-E39A-86740F95138C}"/>
          </ac:picMkLst>
        </pc:picChg>
        <pc:picChg chg="add mod modCrop">
          <ac:chgData name="Georgios A. Karyos" userId="f01b131e-ede6-4a9b-992a-25a6022f7e2b" providerId="ADAL" clId="{0BE2000D-9B2F-44E9-ABFE-5445CB1B1F3D}" dt="2024-11-18T18:06:13.472" v="726" actId="1076"/>
          <ac:picMkLst>
            <pc:docMk/>
            <pc:sldMk cId="0" sldId="262"/>
            <ac:picMk id="8" creationId="{D00394BD-5522-3D80-F7F6-B4640A10F810}"/>
          </ac:picMkLst>
        </pc:picChg>
        <pc:picChg chg="del">
          <ac:chgData name="Georgios A. Karyos" userId="f01b131e-ede6-4a9b-992a-25a6022f7e2b" providerId="ADAL" clId="{0BE2000D-9B2F-44E9-ABFE-5445CB1B1F3D}" dt="2024-11-18T17:48:26.407" v="545" actId="478"/>
          <ac:picMkLst>
            <pc:docMk/>
            <pc:sldMk cId="0" sldId="262"/>
            <ac:picMk id="17" creationId="{F3FCEB9A-3F36-C159-D351-5A218725A73D}"/>
          </ac:picMkLst>
        </pc:picChg>
      </pc:sldChg>
      <pc:sldChg chg="addSp delSp modSp mod">
        <pc:chgData name="Georgios A. Karyos" userId="f01b131e-ede6-4a9b-992a-25a6022f7e2b" providerId="ADAL" clId="{0BE2000D-9B2F-44E9-ABFE-5445CB1B1F3D}" dt="2024-11-18T18:51:18.885" v="1073" actId="478"/>
        <pc:sldMkLst>
          <pc:docMk/>
          <pc:sldMk cId="0" sldId="263"/>
        </pc:sldMkLst>
        <pc:spChg chg="mod ord">
          <ac:chgData name="Georgios A. Karyos" userId="f01b131e-ede6-4a9b-992a-25a6022f7e2b" providerId="ADAL" clId="{0BE2000D-9B2F-44E9-ABFE-5445CB1B1F3D}" dt="2024-11-18T18:51:05.747" v="1070" actId="167"/>
          <ac:spMkLst>
            <pc:docMk/>
            <pc:sldMk cId="0" sldId="263"/>
            <ac:spMk id="2" creationId="{00000000-0000-0000-0000-000000000000}"/>
          </ac:spMkLst>
        </pc:spChg>
        <pc:spChg chg="add mod">
          <ac:chgData name="Georgios A. Karyos" userId="f01b131e-ede6-4a9b-992a-25a6022f7e2b" providerId="ADAL" clId="{0BE2000D-9B2F-44E9-ABFE-5445CB1B1F3D}" dt="2024-11-18T18:39:52.132" v="1004"/>
          <ac:spMkLst>
            <pc:docMk/>
            <pc:sldMk cId="0" sldId="263"/>
            <ac:spMk id="10" creationId="{200FA90F-5A73-8531-8C35-73C5140E5737}"/>
          </ac:spMkLst>
        </pc:spChg>
        <pc:spChg chg="del mod">
          <ac:chgData name="Georgios A. Karyos" userId="f01b131e-ede6-4a9b-992a-25a6022f7e2b" providerId="ADAL" clId="{0BE2000D-9B2F-44E9-ABFE-5445CB1B1F3D}" dt="2024-11-18T18:51:15.775" v="1072" actId="478"/>
          <ac:spMkLst>
            <pc:docMk/>
            <pc:sldMk cId="0" sldId="263"/>
            <ac:spMk id="11" creationId="{00000000-0000-0000-0000-000000000000}"/>
          </ac:spMkLst>
        </pc:spChg>
        <pc:spChg chg="add mod">
          <ac:chgData name="Georgios A. Karyos" userId="f01b131e-ede6-4a9b-992a-25a6022f7e2b" providerId="ADAL" clId="{0BE2000D-9B2F-44E9-ABFE-5445CB1B1F3D}" dt="2024-11-18T18:39:57.272" v="1006"/>
          <ac:spMkLst>
            <pc:docMk/>
            <pc:sldMk cId="0" sldId="263"/>
            <ac:spMk id="12" creationId="{E8CC5C8F-3711-DB93-A3F1-5ADC8ED582A2}"/>
          </ac:spMkLst>
        </pc:spChg>
        <pc:spChg chg="del">
          <ac:chgData name="Georgios A. Karyos" userId="f01b131e-ede6-4a9b-992a-25a6022f7e2b" providerId="ADAL" clId="{0BE2000D-9B2F-44E9-ABFE-5445CB1B1F3D}" dt="2024-11-18T18:51:18.885" v="1073" actId="478"/>
          <ac:spMkLst>
            <pc:docMk/>
            <pc:sldMk cId="0" sldId="263"/>
            <ac:spMk id="13" creationId="{00000000-0000-0000-0000-000000000000}"/>
          </ac:spMkLst>
        </pc:spChg>
        <pc:spChg chg="add mod ord">
          <ac:chgData name="Georgios A. Karyos" userId="f01b131e-ede6-4a9b-992a-25a6022f7e2b" providerId="ADAL" clId="{0BE2000D-9B2F-44E9-ABFE-5445CB1B1F3D}" dt="2024-11-18T18:50:46.179" v="1067" actId="167"/>
          <ac:spMkLst>
            <pc:docMk/>
            <pc:sldMk cId="0" sldId="263"/>
            <ac:spMk id="16" creationId="{2817E138-B0D2-F9EC-30D7-78FF898FC068}"/>
          </ac:spMkLst>
        </pc:spChg>
        <pc:spChg chg="del mod">
          <ac:chgData name="Georgios A. Karyos" userId="f01b131e-ede6-4a9b-992a-25a6022f7e2b" providerId="ADAL" clId="{0BE2000D-9B2F-44E9-ABFE-5445CB1B1F3D}" dt="2024-11-18T18:41:11.814" v="1012" actId="478"/>
          <ac:spMkLst>
            <pc:docMk/>
            <pc:sldMk cId="0" sldId="263"/>
            <ac:spMk id="18" creationId="{5975DCF3-5C4E-9F2F-171D-ED110C4A49BC}"/>
          </ac:spMkLst>
        </pc:spChg>
      </pc:sldChg>
      <pc:sldChg chg="delSp del mod">
        <pc:chgData name="Georgios A. Karyos" userId="f01b131e-ede6-4a9b-992a-25a6022f7e2b" providerId="ADAL" clId="{0BE2000D-9B2F-44E9-ABFE-5445CB1B1F3D}" dt="2024-11-18T18:15:39.618" v="851" actId="47"/>
        <pc:sldMkLst>
          <pc:docMk/>
          <pc:sldMk cId="0" sldId="264"/>
        </pc:sldMkLst>
        <pc:spChg chg="del">
          <ac:chgData name="Georgios A. Karyos" userId="f01b131e-ede6-4a9b-992a-25a6022f7e2b" providerId="ADAL" clId="{0BE2000D-9B2F-44E9-ABFE-5445CB1B1F3D}" dt="2024-11-18T18:07:34.579" v="748" actId="21"/>
          <ac:spMkLst>
            <pc:docMk/>
            <pc:sldMk cId="0" sldId="264"/>
            <ac:spMk id="8" creationId="{00000000-0000-0000-0000-000000000000}"/>
          </ac:spMkLst>
        </pc:spChg>
      </pc:sldChg>
      <pc:sldChg chg="del">
        <pc:chgData name="Georgios A. Karyos" userId="f01b131e-ede6-4a9b-992a-25a6022f7e2b" providerId="ADAL" clId="{0BE2000D-9B2F-44E9-ABFE-5445CB1B1F3D}" dt="2024-11-18T18:15:34.923" v="850" actId="47"/>
        <pc:sldMkLst>
          <pc:docMk/>
          <pc:sldMk cId="0" sldId="265"/>
        </pc:sldMkLst>
      </pc:sldChg>
      <pc:sldChg chg="modSp del mod">
        <pc:chgData name="Georgios A. Karyos" userId="f01b131e-ede6-4a9b-992a-25a6022f7e2b" providerId="ADAL" clId="{0BE2000D-9B2F-44E9-ABFE-5445CB1B1F3D}" dt="2024-11-18T18:20:29.053" v="878" actId="47"/>
        <pc:sldMkLst>
          <pc:docMk/>
          <pc:sldMk cId="0" sldId="266"/>
        </pc:sldMkLst>
        <pc:spChg chg="mod">
          <ac:chgData name="Georgios A. Karyos" userId="f01b131e-ede6-4a9b-992a-25a6022f7e2b" providerId="ADAL" clId="{0BE2000D-9B2F-44E9-ABFE-5445CB1B1F3D}" dt="2024-11-18T18:15:50.245" v="853" actId="1076"/>
          <ac:spMkLst>
            <pc:docMk/>
            <pc:sldMk cId="0" sldId="266"/>
            <ac:spMk id="13" creationId="{00000000-0000-0000-0000-000000000000}"/>
          </ac:spMkLst>
        </pc:spChg>
      </pc:sldChg>
      <pc:sldChg chg="del">
        <pc:chgData name="Georgios A. Karyos" userId="f01b131e-ede6-4a9b-992a-25a6022f7e2b" providerId="ADAL" clId="{0BE2000D-9B2F-44E9-ABFE-5445CB1B1F3D}" dt="2024-11-18T18:15:31.508" v="849" actId="47"/>
        <pc:sldMkLst>
          <pc:docMk/>
          <pc:sldMk cId="0" sldId="267"/>
        </pc:sldMkLst>
      </pc:sldChg>
      <pc:sldChg chg="delSp del mod">
        <pc:chgData name="Georgios A. Karyos" userId="f01b131e-ede6-4a9b-992a-25a6022f7e2b" providerId="ADAL" clId="{0BE2000D-9B2F-44E9-ABFE-5445CB1B1F3D}" dt="2024-11-18T18:15:27.433" v="848" actId="47"/>
        <pc:sldMkLst>
          <pc:docMk/>
          <pc:sldMk cId="0" sldId="268"/>
        </pc:sldMkLst>
        <pc:spChg chg="del">
          <ac:chgData name="Georgios A. Karyos" userId="f01b131e-ede6-4a9b-992a-25a6022f7e2b" providerId="ADAL" clId="{0BE2000D-9B2F-44E9-ABFE-5445CB1B1F3D}" dt="2024-11-18T18:08:57.881" v="756" actId="21"/>
          <ac:spMkLst>
            <pc:docMk/>
            <pc:sldMk cId="0" sldId="268"/>
            <ac:spMk id="9" creationId="{00000000-0000-0000-0000-000000000000}"/>
          </ac:spMkLst>
        </pc:spChg>
      </pc:sldChg>
      <pc:sldChg chg="addSp delSp modSp mod">
        <pc:chgData name="Georgios A. Karyos" userId="f01b131e-ede6-4a9b-992a-25a6022f7e2b" providerId="ADAL" clId="{0BE2000D-9B2F-44E9-ABFE-5445CB1B1F3D}" dt="2024-11-18T18:26:26.448" v="959" actId="1076"/>
        <pc:sldMkLst>
          <pc:docMk/>
          <pc:sldMk cId="0" sldId="269"/>
        </pc:sldMkLst>
        <pc:spChg chg="add del mod">
          <ac:chgData name="Georgios A. Karyos" userId="f01b131e-ede6-4a9b-992a-25a6022f7e2b" providerId="ADAL" clId="{0BE2000D-9B2F-44E9-ABFE-5445CB1B1F3D}" dt="2024-11-18T18:26:22.971" v="958" actId="1076"/>
          <ac:spMkLst>
            <pc:docMk/>
            <pc:sldMk cId="0" sldId="269"/>
            <ac:spMk id="2" creationId="{00000000-0000-0000-0000-000000000000}"/>
          </ac:spMkLst>
        </pc:spChg>
        <pc:spChg chg="mod">
          <ac:chgData name="Georgios A. Karyos" userId="f01b131e-ede6-4a9b-992a-25a6022f7e2b" providerId="ADAL" clId="{0BE2000D-9B2F-44E9-ABFE-5445CB1B1F3D}" dt="2024-11-18T18:26:26.448" v="959" actId="1076"/>
          <ac:spMkLst>
            <pc:docMk/>
            <pc:sldMk cId="0" sldId="269"/>
            <ac:spMk id="3" creationId="{00000000-0000-0000-0000-000000000000}"/>
          </ac:spMkLst>
        </pc:spChg>
        <pc:spChg chg="add del">
          <ac:chgData name="Georgios A. Karyos" userId="f01b131e-ede6-4a9b-992a-25a6022f7e2b" providerId="ADAL" clId="{0BE2000D-9B2F-44E9-ABFE-5445CB1B1F3D}" dt="2024-11-18T18:11:31.988" v="791" actId="478"/>
          <ac:spMkLst>
            <pc:docMk/>
            <pc:sldMk cId="0" sldId="269"/>
            <ac:spMk id="4" creationId="{00000000-0000-0000-0000-000000000000}"/>
          </ac:spMkLst>
        </pc:spChg>
        <pc:spChg chg="add del">
          <ac:chgData name="Georgios A. Karyos" userId="f01b131e-ede6-4a9b-992a-25a6022f7e2b" providerId="ADAL" clId="{0BE2000D-9B2F-44E9-ABFE-5445CB1B1F3D}" dt="2024-11-18T18:11:37.705" v="792" actId="478"/>
          <ac:spMkLst>
            <pc:docMk/>
            <pc:sldMk cId="0" sldId="269"/>
            <ac:spMk id="5" creationId="{00000000-0000-0000-0000-000000000000}"/>
          </ac:spMkLst>
        </pc:spChg>
        <pc:spChg chg="add del mod">
          <ac:chgData name="Georgios A. Karyos" userId="f01b131e-ede6-4a9b-992a-25a6022f7e2b" providerId="ADAL" clId="{0BE2000D-9B2F-44E9-ABFE-5445CB1B1F3D}" dt="2024-11-18T18:11:28.505" v="786" actId="478"/>
          <ac:spMkLst>
            <pc:docMk/>
            <pc:sldMk cId="0" sldId="269"/>
            <ac:spMk id="6" creationId="{00000000-0000-0000-0000-000000000000}"/>
          </ac:spMkLst>
        </pc:spChg>
        <pc:spChg chg="add del">
          <ac:chgData name="Georgios A. Karyos" userId="f01b131e-ede6-4a9b-992a-25a6022f7e2b" providerId="ADAL" clId="{0BE2000D-9B2F-44E9-ABFE-5445CB1B1F3D}" dt="2024-11-18T18:11:41.614" v="793" actId="478"/>
          <ac:spMkLst>
            <pc:docMk/>
            <pc:sldMk cId="0" sldId="269"/>
            <ac:spMk id="7" creationId="{00000000-0000-0000-0000-000000000000}"/>
          </ac:spMkLst>
        </pc:spChg>
        <pc:spChg chg="add del mod">
          <ac:chgData name="Georgios A. Karyos" userId="f01b131e-ede6-4a9b-992a-25a6022f7e2b" providerId="ADAL" clId="{0BE2000D-9B2F-44E9-ABFE-5445CB1B1F3D}" dt="2024-11-18T18:11:28.508" v="790"/>
          <ac:spMkLst>
            <pc:docMk/>
            <pc:sldMk cId="0" sldId="269"/>
            <ac:spMk id="8" creationId="{00000000-0000-0000-0000-000000000000}"/>
          </ac:spMkLst>
        </pc:spChg>
        <pc:spChg chg="add del">
          <ac:chgData name="Georgios A. Karyos" userId="f01b131e-ede6-4a9b-992a-25a6022f7e2b" providerId="ADAL" clId="{0BE2000D-9B2F-44E9-ABFE-5445CB1B1F3D}" dt="2024-11-18T18:11:44.468" v="794" actId="478"/>
          <ac:spMkLst>
            <pc:docMk/>
            <pc:sldMk cId="0" sldId="269"/>
            <ac:spMk id="9" creationId="{00000000-0000-0000-0000-000000000000}"/>
          </ac:spMkLst>
        </pc:spChg>
        <pc:spChg chg="add del mod">
          <ac:chgData name="Georgios A. Karyos" userId="f01b131e-ede6-4a9b-992a-25a6022f7e2b" providerId="ADAL" clId="{0BE2000D-9B2F-44E9-ABFE-5445CB1B1F3D}" dt="2024-11-18T18:11:28.507" v="788"/>
          <ac:spMkLst>
            <pc:docMk/>
            <pc:sldMk cId="0" sldId="269"/>
            <ac:spMk id="10" creationId="{00000000-0000-0000-0000-000000000000}"/>
          </ac:spMkLst>
        </pc:spChg>
        <pc:spChg chg="add del mod">
          <ac:chgData name="Georgios A. Karyos" userId="f01b131e-ede6-4a9b-992a-25a6022f7e2b" providerId="ADAL" clId="{0BE2000D-9B2F-44E9-ABFE-5445CB1B1F3D}" dt="2024-11-18T18:11:47.290" v="795" actId="478"/>
          <ac:spMkLst>
            <pc:docMk/>
            <pc:sldMk cId="0" sldId="269"/>
            <ac:spMk id="11" creationId="{00000000-0000-0000-0000-000000000000}"/>
          </ac:spMkLst>
        </pc:spChg>
        <pc:spChg chg="del">
          <ac:chgData name="Georgios A. Karyos" userId="f01b131e-ede6-4a9b-992a-25a6022f7e2b" providerId="ADAL" clId="{0BE2000D-9B2F-44E9-ABFE-5445CB1B1F3D}" dt="2024-11-18T18:07:44.225" v="749" actId="478"/>
          <ac:spMkLst>
            <pc:docMk/>
            <pc:sldMk cId="0" sldId="269"/>
            <ac:spMk id="12" creationId="{00000000-0000-0000-0000-000000000000}"/>
          </ac:spMkLst>
        </pc:spChg>
        <pc:spChg chg="add mod">
          <ac:chgData name="Georgios A. Karyos" userId="f01b131e-ede6-4a9b-992a-25a6022f7e2b" providerId="ADAL" clId="{0BE2000D-9B2F-44E9-ABFE-5445CB1B1F3D}" dt="2024-11-18T18:09:57.611" v="769" actId="164"/>
          <ac:spMkLst>
            <pc:docMk/>
            <pc:sldMk cId="0" sldId="269"/>
            <ac:spMk id="13" creationId="{00000000-0000-0000-0000-000000000000}"/>
          </ac:spMkLst>
        </pc:spChg>
        <pc:spChg chg="add mod modCrop">
          <ac:chgData name="Georgios A. Karyos" userId="f01b131e-ede6-4a9b-992a-25a6022f7e2b" providerId="ADAL" clId="{0BE2000D-9B2F-44E9-ABFE-5445CB1B1F3D}" dt="2024-11-18T18:09:57.611" v="769" actId="164"/>
          <ac:spMkLst>
            <pc:docMk/>
            <pc:sldMk cId="0" sldId="269"/>
            <ac:spMk id="14" creationId="{00000000-0000-0000-0000-000000000000}"/>
          </ac:spMkLst>
        </pc:spChg>
        <pc:spChg chg="add mod">
          <ac:chgData name="Georgios A. Karyos" userId="f01b131e-ede6-4a9b-992a-25a6022f7e2b" providerId="ADAL" clId="{0BE2000D-9B2F-44E9-ABFE-5445CB1B1F3D}" dt="2024-11-18T18:15:22.932" v="847" actId="1076"/>
          <ac:spMkLst>
            <pc:docMk/>
            <pc:sldMk cId="0" sldId="269"/>
            <ac:spMk id="16" creationId="{2BD4980D-117B-081E-BC9B-39383E5E3134}"/>
          </ac:spMkLst>
        </pc:spChg>
        <pc:grpChg chg="add del mod">
          <ac:chgData name="Georgios A. Karyos" userId="f01b131e-ede6-4a9b-992a-25a6022f7e2b" providerId="ADAL" clId="{0BE2000D-9B2F-44E9-ABFE-5445CB1B1F3D}" dt="2024-11-18T18:14:42.639" v="815" actId="478"/>
          <ac:grpSpMkLst>
            <pc:docMk/>
            <pc:sldMk cId="0" sldId="269"/>
            <ac:grpSpMk id="15" creationId="{A8E682F8-A335-8BDC-9E71-7ED776936D7B}"/>
          </ac:grpSpMkLst>
        </pc:grpChg>
      </pc:sldChg>
      <pc:sldChg chg="addSp delSp modSp mod">
        <pc:chgData name="Georgios A. Karyos" userId="f01b131e-ede6-4a9b-992a-25a6022f7e2b" providerId="ADAL" clId="{0BE2000D-9B2F-44E9-ABFE-5445CB1B1F3D}" dt="2024-11-18T21:24:24.007" v="1098" actId="1076"/>
        <pc:sldMkLst>
          <pc:docMk/>
          <pc:sldMk cId="0" sldId="270"/>
        </pc:sldMkLst>
        <pc:spChg chg="mod">
          <ac:chgData name="Georgios A. Karyos" userId="f01b131e-ede6-4a9b-992a-25a6022f7e2b" providerId="ADAL" clId="{0BE2000D-9B2F-44E9-ABFE-5445CB1B1F3D}" dt="2024-11-18T21:24:19.969" v="1097" actId="1076"/>
          <ac:spMkLst>
            <pc:docMk/>
            <pc:sldMk cId="0" sldId="270"/>
            <ac:spMk id="2" creationId="{00000000-0000-0000-0000-000000000000}"/>
          </ac:spMkLst>
        </pc:spChg>
        <pc:spChg chg="mod">
          <ac:chgData name="Georgios A. Karyos" userId="f01b131e-ede6-4a9b-992a-25a6022f7e2b" providerId="ADAL" clId="{0BE2000D-9B2F-44E9-ABFE-5445CB1B1F3D}" dt="2024-11-18T17:02:29.621" v="362" actId="20577"/>
          <ac:spMkLst>
            <pc:docMk/>
            <pc:sldMk cId="0" sldId="270"/>
            <ac:spMk id="3" creationId="{00000000-0000-0000-0000-000000000000}"/>
          </ac:spMkLst>
        </pc:spChg>
        <pc:spChg chg="add mod">
          <ac:chgData name="Georgios A. Karyos" userId="f01b131e-ede6-4a9b-992a-25a6022f7e2b" providerId="ADAL" clId="{0BE2000D-9B2F-44E9-ABFE-5445CB1B1F3D}" dt="2024-11-18T21:24:24.007" v="1098" actId="1076"/>
          <ac:spMkLst>
            <pc:docMk/>
            <pc:sldMk cId="0" sldId="270"/>
            <ac:spMk id="3" creationId="{807081A3-7003-B645-9CF8-CBB921AC4914}"/>
          </ac:spMkLst>
        </pc:spChg>
        <pc:spChg chg="add">
          <ac:chgData name="Georgios A. Karyos" userId="f01b131e-ede6-4a9b-992a-25a6022f7e2b" providerId="ADAL" clId="{0BE2000D-9B2F-44E9-ABFE-5445CB1B1F3D}" dt="2024-11-18T18:35:32.041" v="990" actId="22"/>
          <ac:spMkLst>
            <pc:docMk/>
            <pc:sldMk cId="0" sldId="270"/>
            <ac:spMk id="10" creationId="{C7E91067-48C1-0DD9-C57D-81FC838DA4D8}"/>
          </ac:spMkLst>
        </pc:spChg>
        <pc:spChg chg="add mod">
          <ac:chgData name="Georgios A. Karyos" userId="f01b131e-ede6-4a9b-992a-25a6022f7e2b" providerId="ADAL" clId="{0BE2000D-9B2F-44E9-ABFE-5445CB1B1F3D}" dt="2024-11-18T18:37:30.801" v="994"/>
          <ac:spMkLst>
            <pc:docMk/>
            <pc:sldMk cId="0" sldId="270"/>
            <ac:spMk id="11" creationId="{E98E3683-9CC0-63E6-3B12-766D88726516}"/>
          </ac:spMkLst>
        </pc:spChg>
        <pc:spChg chg="add del">
          <ac:chgData name="Georgios A. Karyos" userId="f01b131e-ede6-4a9b-992a-25a6022f7e2b" providerId="ADAL" clId="{0BE2000D-9B2F-44E9-ABFE-5445CB1B1F3D}" dt="2024-11-18T18:37:51.962" v="996" actId="22"/>
          <ac:spMkLst>
            <pc:docMk/>
            <pc:sldMk cId="0" sldId="270"/>
            <ac:spMk id="13" creationId="{C1A0698E-5F6C-C2DC-A499-57A4B8A16C42}"/>
          </ac:spMkLst>
        </pc:spChg>
        <pc:spChg chg="add mod">
          <ac:chgData name="Georgios A. Karyos" userId="f01b131e-ede6-4a9b-992a-25a6022f7e2b" providerId="ADAL" clId="{0BE2000D-9B2F-44E9-ABFE-5445CB1B1F3D}" dt="2024-11-18T18:38:15.038" v="997"/>
          <ac:spMkLst>
            <pc:docMk/>
            <pc:sldMk cId="0" sldId="270"/>
            <ac:spMk id="17" creationId="{9478583B-0E80-866B-F1A8-CE8D2FD78B28}"/>
          </ac:spMkLst>
        </pc:spChg>
        <pc:spChg chg="add mod">
          <ac:chgData name="Georgios A. Karyos" userId="f01b131e-ede6-4a9b-992a-25a6022f7e2b" providerId="ADAL" clId="{0BE2000D-9B2F-44E9-ABFE-5445CB1B1F3D}" dt="2024-11-18T18:38:15.038" v="997"/>
          <ac:spMkLst>
            <pc:docMk/>
            <pc:sldMk cId="0" sldId="270"/>
            <ac:spMk id="18" creationId="{22064BA9-2311-A626-1A34-97C48FAE82B2}"/>
          </ac:spMkLst>
        </pc:spChg>
        <pc:spChg chg="add mod">
          <ac:chgData name="Georgios A. Karyos" userId="f01b131e-ede6-4a9b-992a-25a6022f7e2b" providerId="ADAL" clId="{0BE2000D-9B2F-44E9-ABFE-5445CB1B1F3D}" dt="2024-11-18T18:38:15.038" v="997"/>
          <ac:spMkLst>
            <pc:docMk/>
            <pc:sldMk cId="0" sldId="270"/>
            <ac:spMk id="19" creationId="{15639AF3-FB0E-C8A9-0368-293B73A7155D}"/>
          </ac:spMkLst>
        </pc:spChg>
        <pc:grpChg chg="add del mod">
          <ac:chgData name="Georgios A. Karyos" userId="f01b131e-ede6-4a9b-992a-25a6022f7e2b" providerId="ADAL" clId="{0BE2000D-9B2F-44E9-ABFE-5445CB1B1F3D}" dt="2024-11-18T18:38:27.256" v="1002" actId="478"/>
          <ac:grpSpMkLst>
            <pc:docMk/>
            <pc:sldMk cId="0" sldId="270"/>
            <ac:grpSpMk id="14" creationId="{2D1767E2-169F-160E-1CDA-20EC170B5EDA}"/>
          </ac:grpSpMkLst>
        </pc:grpChg>
        <pc:grpChg chg="add mod">
          <ac:chgData name="Georgios A. Karyos" userId="f01b131e-ede6-4a9b-992a-25a6022f7e2b" providerId="ADAL" clId="{0BE2000D-9B2F-44E9-ABFE-5445CB1B1F3D}" dt="2024-11-18T18:38:15.038" v="997"/>
          <ac:grpSpMkLst>
            <pc:docMk/>
            <pc:sldMk cId="0" sldId="270"/>
            <ac:grpSpMk id="16" creationId="{939AD089-C6D7-4315-E94B-02454F7728B2}"/>
          </ac:grpSpMkLst>
        </pc:grpChg>
      </pc:sldChg>
    </pc:docChg>
  </pc:docChgLst>
  <pc:docChgLst>
    <pc:chgData name="Guest User" userId="S::urn:spo:anon#cf14897373987d8d25ffd406afd45bf639a357328f7effec4b49f6d8f880b08b::" providerId="AD" clId="Web-{44AA1074-20E3-B2D0-7DCD-5112E3379471}"/>
    <pc:docChg chg="modSld">
      <pc:chgData name="Guest User" userId="S::urn:spo:anon#cf14897373987d8d25ffd406afd45bf639a357328f7effec4b49f6d8f880b08b::" providerId="AD" clId="Web-{44AA1074-20E3-B2D0-7DCD-5112E3379471}" dt="2024-11-18T17:45:42.891" v="131" actId="1076"/>
      <pc:docMkLst>
        <pc:docMk/>
      </pc:docMkLst>
      <pc:sldChg chg="modSp">
        <pc:chgData name="Guest User" userId="S::urn:spo:anon#cf14897373987d8d25ffd406afd45bf639a357328f7effec4b49f6d8f880b08b::" providerId="AD" clId="Web-{44AA1074-20E3-B2D0-7DCD-5112E3379471}" dt="2024-11-18T16:57:53.604" v="32" actId="20577"/>
        <pc:sldMkLst>
          <pc:docMk/>
          <pc:sldMk cId="0" sldId="256"/>
        </pc:sldMkLst>
        <pc:spChg chg="mod">
          <ac:chgData name="Guest User" userId="S::urn:spo:anon#cf14897373987d8d25ffd406afd45bf639a357328f7effec4b49f6d8f880b08b::" providerId="AD" clId="Web-{44AA1074-20E3-B2D0-7DCD-5112E3379471}" dt="2024-11-18T16:27:54.838" v="13" actId="20577"/>
          <ac:spMkLst>
            <pc:docMk/>
            <pc:sldMk cId="0" sldId="256"/>
            <ac:spMk id="8" creationId="{C2646387-9A15-6C8E-0E47-4FFD002C0449}"/>
          </ac:spMkLst>
        </pc:spChg>
        <pc:spChg chg="mod">
          <ac:chgData name="Guest User" userId="S::urn:spo:anon#cf14897373987d8d25ffd406afd45bf639a357328f7effec4b49f6d8f880b08b::" providerId="AD" clId="Web-{44AA1074-20E3-B2D0-7DCD-5112E3379471}" dt="2024-11-18T16:57:53.604" v="32" actId="20577"/>
          <ac:spMkLst>
            <pc:docMk/>
            <pc:sldMk cId="0" sldId="256"/>
            <ac:spMk id="20" creationId="{0463F6F6-E942-2F28-F6F4-5185061F3E53}"/>
          </ac:spMkLst>
        </pc:spChg>
      </pc:sldChg>
      <pc:sldChg chg="modSp">
        <pc:chgData name="Guest User" userId="S::urn:spo:anon#cf14897373987d8d25ffd406afd45bf639a357328f7effec4b49f6d8f880b08b::" providerId="AD" clId="Web-{44AA1074-20E3-B2D0-7DCD-5112E3379471}" dt="2024-11-18T16:54:25.394" v="24" actId="20577"/>
        <pc:sldMkLst>
          <pc:docMk/>
          <pc:sldMk cId="0" sldId="257"/>
        </pc:sldMkLst>
        <pc:spChg chg="mod">
          <ac:chgData name="Guest User" userId="S::urn:spo:anon#cf14897373987d8d25ffd406afd45bf639a357328f7effec4b49f6d8f880b08b::" providerId="AD" clId="Web-{44AA1074-20E3-B2D0-7DCD-5112E3379471}" dt="2024-11-18T16:54:25.394" v="24" actId="20577"/>
          <ac:spMkLst>
            <pc:docMk/>
            <pc:sldMk cId="0" sldId="257"/>
            <ac:spMk id="36" creationId="{3A54393C-02EE-1C36-AE39-F849CCEBECBC}"/>
          </ac:spMkLst>
        </pc:spChg>
      </pc:sldChg>
      <pc:sldChg chg="addSp delSp modSp">
        <pc:chgData name="Guest User" userId="S::urn:spo:anon#cf14897373987d8d25ffd406afd45bf639a357328f7effec4b49f6d8f880b08b::" providerId="AD" clId="Web-{44AA1074-20E3-B2D0-7DCD-5112E3379471}" dt="2024-11-18T17:45:42.891" v="131" actId="1076"/>
        <pc:sldMkLst>
          <pc:docMk/>
          <pc:sldMk cId="0" sldId="261"/>
        </pc:sldMkLst>
        <pc:spChg chg="mod">
          <ac:chgData name="Guest User" userId="S::urn:spo:anon#cf14897373987d8d25ffd406afd45bf639a357328f7effec4b49f6d8f880b08b::" providerId="AD" clId="Web-{44AA1074-20E3-B2D0-7DCD-5112E3379471}" dt="2024-11-18T17:35:09.447" v="117" actId="20577"/>
          <ac:spMkLst>
            <pc:docMk/>
            <pc:sldMk cId="0" sldId="261"/>
            <ac:spMk id="8" creationId="{00000000-0000-0000-0000-000000000000}"/>
          </ac:spMkLst>
        </pc:spChg>
        <pc:spChg chg="mod">
          <ac:chgData name="Guest User" userId="S::urn:spo:anon#cf14897373987d8d25ffd406afd45bf639a357328f7effec4b49f6d8f880b08b::" providerId="AD" clId="Web-{44AA1074-20E3-B2D0-7DCD-5112E3379471}" dt="2024-11-18T17:31:47.190" v="38" actId="1076"/>
          <ac:spMkLst>
            <pc:docMk/>
            <pc:sldMk cId="0" sldId="261"/>
            <ac:spMk id="9" creationId="{00000000-0000-0000-0000-000000000000}"/>
          </ac:spMkLst>
        </pc:spChg>
        <pc:grpChg chg="del mod">
          <ac:chgData name="Guest User" userId="S::urn:spo:anon#cf14897373987d8d25ffd406afd45bf639a357328f7effec4b49f6d8f880b08b::" providerId="AD" clId="Web-{44AA1074-20E3-B2D0-7DCD-5112E3379471}" dt="2024-11-18T17:37:30.280" v="124"/>
          <ac:grpSpMkLst>
            <pc:docMk/>
            <pc:sldMk cId="0" sldId="261"/>
            <ac:grpSpMk id="3" creationId="{00000000-0000-0000-0000-000000000000}"/>
          </ac:grpSpMkLst>
        </pc:grpChg>
        <pc:picChg chg="add mod">
          <ac:chgData name="Guest User" userId="S::urn:spo:anon#cf14897373987d8d25ffd406afd45bf639a357328f7effec4b49f6d8f880b08b::" providerId="AD" clId="Web-{44AA1074-20E3-B2D0-7DCD-5112E3379471}" dt="2024-11-18T17:45:42.891" v="131" actId="1076"/>
          <ac:picMkLst>
            <pc:docMk/>
            <pc:sldMk cId="0" sldId="261"/>
            <ac:picMk id="3" creationId="{D2E04462-7700-072A-4F66-613263E74F04}"/>
          </ac:picMkLst>
        </pc:picChg>
        <pc:picChg chg="add del mod modCrop">
          <ac:chgData name="Guest User" userId="S::urn:spo:anon#cf14897373987d8d25ffd406afd45bf639a357328f7effec4b49f6d8f880b08b::" providerId="AD" clId="Web-{44AA1074-20E3-B2D0-7DCD-5112E3379471}" dt="2024-11-18T17:38:11.813" v="129" actId="14100"/>
          <ac:picMkLst>
            <pc:docMk/>
            <pc:sldMk cId="0" sldId="261"/>
            <ac:picMk id="10" creationId="{905CAF84-0C6B-5D1C-D8DD-ED10B6D7B60A}"/>
          </ac:picMkLst>
        </pc:picChg>
      </pc:sldChg>
    </pc:docChg>
  </pc:docChgLst>
  <pc:docChgLst>
    <pc:chgData name="Guest User" userId="S::urn:spo:anon#cf14897373987d8d25ffd406afd45bf639a357328f7effec4b49f6d8f880b08b::" providerId="AD" clId="Web-{7EF5A665-16B8-D9EB-4068-65E60E175E8B}"/>
    <pc:docChg chg="modSld">
      <pc:chgData name="Guest User" userId="S::urn:spo:anon#cf14897373987d8d25ffd406afd45bf639a357328f7effec4b49f6d8f880b08b::" providerId="AD" clId="Web-{7EF5A665-16B8-D9EB-4068-65E60E175E8B}" dt="2024-11-18T18:31:21.814" v="1141" actId="1076"/>
      <pc:docMkLst>
        <pc:docMk/>
      </pc:docMkLst>
      <pc:sldChg chg="addSp delSp modSp">
        <pc:chgData name="Guest User" userId="S::urn:spo:anon#cf14897373987d8d25ffd406afd45bf639a357328f7effec4b49f6d8f880b08b::" providerId="AD" clId="Web-{7EF5A665-16B8-D9EB-4068-65E60E175E8B}" dt="2024-11-18T18:31:21.814" v="1141" actId="1076"/>
        <pc:sldMkLst>
          <pc:docMk/>
          <pc:sldMk cId="0" sldId="256"/>
        </pc:sldMkLst>
        <pc:spChg chg="mod">
          <ac:chgData name="Guest User" userId="S::urn:spo:anon#cf14897373987d8d25ffd406afd45bf639a357328f7effec4b49f6d8f880b08b::" providerId="AD" clId="Web-{7EF5A665-16B8-D9EB-4068-65E60E175E8B}" dt="2024-11-18T16:32:12.473" v="201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Guest User" userId="S::urn:spo:anon#cf14897373987d8d25ffd406afd45bf639a357328f7effec4b49f6d8f880b08b::" providerId="AD" clId="Web-{7EF5A665-16B8-D9EB-4068-65E60E175E8B}" dt="2024-11-18T16:53:34.597" v="360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Guest User" userId="S::urn:spo:anon#cf14897373987d8d25ffd406afd45bf639a357328f7effec4b49f6d8f880b08b::" providerId="AD" clId="Web-{7EF5A665-16B8-D9EB-4068-65E60E175E8B}" dt="2024-11-18T16:24:47.994" v="113"/>
          <ac:spMkLst>
            <pc:docMk/>
            <pc:sldMk cId="0" sldId="256"/>
            <ac:spMk id="4" creationId="{00000000-0000-0000-0000-000000000000}"/>
          </ac:spMkLst>
        </pc:spChg>
        <pc:spChg chg="del mod">
          <ac:chgData name="Guest User" userId="S::urn:spo:anon#cf14897373987d8d25ffd406afd45bf639a357328f7effec4b49f6d8f880b08b::" providerId="AD" clId="Web-{7EF5A665-16B8-D9EB-4068-65E60E175E8B}" dt="2024-11-18T16:31:17.206" v="194"/>
          <ac:spMkLst>
            <pc:docMk/>
            <pc:sldMk cId="0" sldId="256"/>
            <ac:spMk id="6" creationId="{00000000-0000-0000-0000-000000000000}"/>
          </ac:spMkLst>
        </pc:spChg>
        <pc:spChg chg="add mod">
          <ac:chgData name="Guest User" userId="S::urn:spo:anon#cf14897373987d8d25ffd406afd45bf639a357328f7effec4b49f6d8f880b08b::" providerId="AD" clId="Web-{7EF5A665-16B8-D9EB-4068-65E60E175E8B}" dt="2024-11-18T16:38:43.873" v="254" actId="14100"/>
          <ac:spMkLst>
            <pc:docMk/>
            <pc:sldMk cId="0" sldId="256"/>
            <ac:spMk id="6" creationId="{FA7B8C39-60CD-F0BE-1743-B2F85DCBBA68}"/>
          </ac:spMkLst>
        </pc:spChg>
        <pc:spChg chg="mod">
          <ac:chgData name="Guest User" userId="S::urn:spo:anon#cf14897373987d8d25ffd406afd45bf639a357328f7effec4b49f6d8f880b08b::" providerId="AD" clId="Web-{7EF5A665-16B8-D9EB-4068-65E60E175E8B}" dt="2024-11-18T18:31:21.814" v="1141" actId="1076"/>
          <ac:spMkLst>
            <pc:docMk/>
            <pc:sldMk cId="0" sldId="256"/>
            <ac:spMk id="8" creationId="{54B996AC-082C-B13C-5983-78B7738AF014}"/>
          </ac:spMkLst>
        </pc:spChg>
        <pc:spChg chg="add del mod">
          <ac:chgData name="Guest User" userId="S::urn:spo:anon#cf14897373987d8d25ffd406afd45bf639a357328f7effec4b49f6d8f880b08b::" providerId="AD" clId="Web-{7EF5A665-16B8-D9EB-4068-65E60E175E8B}" dt="2024-11-18T16:30:41.565" v="188"/>
          <ac:spMkLst>
            <pc:docMk/>
            <pc:sldMk cId="0" sldId="256"/>
            <ac:spMk id="8" creationId="{C2646387-9A15-6C8E-0E47-4FFD002C0449}"/>
          </ac:spMkLst>
        </pc:spChg>
        <pc:spChg chg="add del">
          <ac:chgData name="Guest User" userId="S::urn:spo:anon#cf14897373987d8d25ffd406afd45bf639a357328f7effec4b49f6d8f880b08b::" providerId="AD" clId="Web-{7EF5A665-16B8-D9EB-4068-65E60E175E8B}" dt="2024-11-18T16:26:25.246" v="131"/>
          <ac:spMkLst>
            <pc:docMk/>
            <pc:sldMk cId="0" sldId="256"/>
            <ac:spMk id="9" creationId="{33BAD563-B19E-05A2-2251-EDE38BE78DFE}"/>
          </ac:spMkLst>
        </pc:spChg>
        <pc:spChg chg="mod">
          <ac:chgData name="Guest User" userId="S::urn:spo:anon#cf14897373987d8d25ffd406afd45bf639a357328f7effec4b49f6d8f880b08b::" providerId="AD" clId="Web-{7EF5A665-16B8-D9EB-4068-65E60E175E8B}" dt="2024-11-18T16:54:43.989" v="365"/>
          <ac:spMkLst>
            <pc:docMk/>
            <pc:sldMk cId="0" sldId="256"/>
            <ac:spMk id="9" creationId="{6EBCB462-FE2E-9EC3-9E1E-43D28CE2F226}"/>
          </ac:spMkLst>
        </pc:spChg>
        <pc:spChg chg="add mod">
          <ac:chgData name="Guest User" userId="S::urn:spo:anon#cf14897373987d8d25ffd406afd45bf639a357328f7effec4b49f6d8f880b08b::" providerId="AD" clId="Web-{7EF5A665-16B8-D9EB-4068-65E60E175E8B}" dt="2024-11-18T16:38:16.654" v="251" actId="1076"/>
          <ac:spMkLst>
            <pc:docMk/>
            <pc:sldMk cId="0" sldId="256"/>
            <ac:spMk id="10" creationId="{DC6BC4B3-9ACC-02F7-B559-C226CC34EEFA}"/>
          </ac:spMkLst>
        </pc:spChg>
        <pc:spChg chg="add del">
          <ac:chgData name="Guest User" userId="S::urn:spo:anon#cf14897373987d8d25ffd406afd45bf639a357328f7effec4b49f6d8f880b08b::" providerId="AD" clId="Web-{7EF5A665-16B8-D9EB-4068-65E60E175E8B}" dt="2024-11-18T16:27:38.717" v="144"/>
          <ac:spMkLst>
            <pc:docMk/>
            <pc:sldMk cId="0" sldId="256"/>
            <ac:spMk id="11" creationId="{5FCB9FFF-2325-0DBA-843A-F9E64115C2A7}"/>
          </ac:spMkLst>
        </pc:spChg>
        <pc:spChg chg="add del mod">
          <ac:chgData name="Guest User" userId="S::urn:spo:anon#cf14897373987d8d25ffd406afd45bf639a357328f7effec4b49f6d8f880b08b::" providerId="AD" clId="Web-{7EF5A665-16B8-D9EB-4068-65E60E175E8B}" dt="2024-11-18T16:38:01.544" v="250"/>
          <ac:spMkLst>
            <pc:docMk/>
            <pc:sldMk cId="0" sldId="256"/>
            <ac:spMk id="12" creationId="{821D6181-B499-E058-1EE4-6D634C973BBF}"/>
          </ac:spMkLst>
        </pc:spChg>
        <pc:spChg chg="add del">
          <ac:chgData name="Guest User" userId="S::urn:spo:anon#cf14897373987d8d25ffd406afd45bf639a357328f7effec4b49f6d8f880b08b::" providerId="AD" clId="Web-{7EF5A665-16B8-D9EB-4068-65E60E175E8B}" dt="2024-11-18T16:28:58.265" v="158"/>
          <ac:spMkLst>
            <pc:docMk/>
            <pc:sldMk cId="0" sldId="256"/>
            <ac:spMk id="13" creationId="{04A6280B-065A-F46A-1F78-18282A190159}"/>
          </ac:spMkLst>
        </pc:spChg>
        <pc:spChg chg="add mod ord">
          <ac:chgData name="Guest User" userId="S::urn:spo:anon#cf14897373987d8d25ffd406afd45bf639a357328f7effec4b49f6d8f880b08b::" providerId="AD" clId="Web-{7EF5A665-16B8-D9EB-4068-65E60E175E8B}" dt="2024-11-18T17:01:59.093" v="379" actId="1076"/>
          <ac:spMkLst>
            <pc:docMk/>
            <pc:sldMk cId="0" sldId="256"/>
            <ac:spMk id="13" creationId="{659EC568-49F2-87D0-A7F6-741C1EC32247}"/>
          </ac:spMkLst>
        </pc:spChg>
        <pc:spChg chg="add mod">
          <ac:chgData name="Guest User" userId="S::urn:spo:anon#cf14897373987d8d25ffd406afd45bf639a357328f7effec4b49f6d8f880b08b::" providerId="AD" clId="Web-{7EF5A665-16B8-D9EB-4068-65E60E175E8B}" dt="2024-11-18T16:33:08.006" v="216" actId="14100"/>
          <ac:spMkLst>
            <pc:docMk/>
            <pc:sldMk cId="0" sldId="256"/>
            <ac:spMk id="14" creationId="{4538BD98-93C3-5F0C-1DC8-0C7B240AA91E}"/>
          </ac:spMkLst>
        </pc:spChg>
        <pc:spChg chg="add mod">
          <ac:chgData name="Guest User" userId="S::urn:spo:anon#cf14897373987d8d25ffd406afd45bf639a357328f7effec4b49f6d8f880b08b::" providerId="AD" clId="Web-{7EF5A665-16B8-D9EB-4068-65E60E175E8B}" dt="2024-11-18T16:30:30.018" v="185" actId="1076"/>
          <ac:spMkLst>
            <pc:docMk/>
            <pc:sldMk cId="0" sldId="256"/>
            <ac:spMk id="15" creationId="{B9F8BB0C-C64F-13B4-91AA-9C94D266F90F}"/>
          </ac:spMkLst>
        </pc:spChg>
        <pc:spChg chg="add del mod">
          <ac:chgData name="Guest User" userId="S::urn:spo:anon#cf14897373987d8d25ffd406afd45bf639a357328f7effec4b49f6d8f880b08b::" providerId="AD" clId="Web-{7EF5A665-16B8-D9EB-4068-65E60E175E8B}" dt="2024-11-18T16:37:55.294" v="248"/>
          <ac:spMkLst>
            <pc:docMk/>
            <pc:sldMk cId="0" sldId="256"/>
            <ac:spMk id="16" creationId="{2B916531-F5B4-6CF8-5BAD-2B12C99BC93B}"/>
          </ac:spMkLst>
        </pc:spChg>
        <pc:spChg chg="add del">
          <ac:chgData name="Guest User" userId="S::urn:spo:anon#cf14897373987d8d25ffd406afd45bf639a357328f7effec4b49f6d8f880b08b::" providerId="AD" clId="Web-{7EF5A665-16B8-D9EB-4068-65E60E175E8B}" dt="2024-11-18T16:42:33.441" v="261"/>
          <ac:spMkLst>
            <pc:docMk/>
            <pc:sldMk cId="0" sldId="256"/>
            <ac:spMk id="17" creationId="{5FA92B9C-227C-DA17-A61B-757A976B877A}"/>
          </ac:spMkLst>
        </pc:spChg>
        <pc:spChg chg="add del mod">
          <ac:chgData name="Guest User" userId="S::urn:spo:anon#cf14897373987d8d25ffd406afd45bf639a357328f7effec4b49f6d8f880b08b::" providerId="AD" clId="Web-{7EF5A665-16B8-D9EB-4068-65E60E175E8B}" dt="2024-11-18T16:45:50.914" v="311"/>
          <ac:spMkLst>
            <pc:docMk/>
            <pc:sldMk cId="0" sldId="256"/>
            <ac:spMk id="18" creationId="{11989A59-6314-AF85-E60E-BC68862EE54D}"/>
          </ac:spMkLst>
        </pc:spChg>
        <pc:spChg chg="add del">
          <ac:chgData name="Guest User" userId="S::urn:spo:anon#cf14897373987d8d25ffd406afd45bf639a357328f7effec4b49f6d8f880b08b::" providerId="AD" clId="Web-{7EF5A665-16B8-D9EB-4068-65E60E175E8B}" dt="2024-11-18T16:43:47.005" v="267"/>
          <ac:spMkLst>
            <pc:docMk/>
            <pc:sldMk cId="0" sldId="256"/>
            <ac:spMk id="19" creationId="{80D13A1A-D256-1FF5-937A-F9FA2B4CF2BB}"/>
          </ac:spMkLst>
        </pc:spChg>
        <pc:spChg chg="add mod">
          <ac:chgData name="Guest User" userId="S::urn:spo:anon#cf14897373987d8d25ffd406afd45bf639a357328f7effec4b49f6d8f880b08b::" providerId="AD" clId="Web-{7EF5A665-16B8-D9EB-4068-65E60E175E8B}" dt="2024-11-18T17:04:58.129" v="383" actId="1076"/>
          <ac:spMkLst>
            <pc:docMk/>
            <pc:sldMk cId="0" sldId="256"/>
            <ac:spMk id="20" creationId="{0463F6F6-E942-2F28-F6F4-5185061F3E53}"/>
          </ac:spMkLst>
        </pc:spChg>
      </pc:sldChg>
      <pc:sldChg chg="modSp">
        <pc:chgData name="Guest User" userId="S::urn:spo:anon#cf14897373987d8d25ffd406afd45bf639a357328f7effec4b49f6d8f880b08b::" providerId="AD" clId="Web-{7EF5A665-16B8-D9EB-4068-65E60E175E8B}" dt="2024-11-18T17:05:32.239" v="385" actId="1076"/>
        <pc:sldMkLst>
          <pc:docMk/>
          <pc:sldMk cId="0" sldId="257"/>
        </pc:sldMkLst>
        <pc:spChg chg="mod">
          <ac:chgData name="Guest User" userId="S::urn:spo:anon#cf14897373987d8d25ffd406afd45bf639a357328f7effec4b49f6d8f880b08b::" providerId="AD" clId="Web-{7EF5A665-16B8-D9EB-4068-65E60E175E8B}" dt="2024-11-18T17:05:32.239" v="385" actId="1076"/>
          <ac:spMkLst>
            <pc:docMk/>
            <pc:sldMk cId="0" sldId="257"/>
            <ac:spMk id="34" creationId="{00000000-0000-0000-0000-000000000000}"/>
          </ac:spMkLst>
        </pc:spChg>
        <pc:spChg chg="mod">
          <ac:chgData name="Guest User" userId="S::urn:spo:anon#cf14897373987d8d25ffd406afd45bf639a357328f7effec4b49f6d8f880b08b::" providerId="AD" clId="Web-{7EF5A665-16B8-D9EB-4068-65E60E175E8B}" dt="2024-11-18T17:05:24.207" v="384" actId="14100"/>
          <ac:spMkLst>
            <pc:docMk/>
            <pc:sldMk cId="0" sldId="257"/>
            <ac:spMk id="36" creationId="{3A54393C-02EE-1C36-AE39-F849CCEBECBC}"/>
          </ac:spMkLst>
        </pc:spChg>
      </pc:sldChg>
      <pc:sldChg chg="addSp modSp">
        <pc:chgData name="Guest User" userId="S::urn:spo:anon#cf14897373987d8d25ffd406afd45bf639a357328f7effec4b49f6d8f880b08b::" providerId="AD" clId="Web-{7EF5A665-16B8-D9EB-4068-65E60E175E8B}" dt="2024-11-18T17:31:23.010" v="547" actId="1076"/>
        <pc:sldMkLst>
          <pc:docMk/>
          <pc:sldMk cId="0" sldId="258"/>
        </pc:sldMkLst>
        <pc:spChg chg="mod">
          <ac:chgData name="Guest User" userId="S::urn:spo:anon#cf14897373987d8d25ffd406afd45bf639a357328f7effec4b49f6d8f880b08b::" providerId="AD" clId="Web-{7EF5A665-16B8-D9EB-4068-65E60E175E8B}" dt="2024-11-18T17:28:25.974" v="546" actId="14100"/>
          <ac:spMkLst>
            <pc:docMk/>
            <pc:sldMk cId="0" sldId="258"/>
            <ac:spMk id="2" creationId="{00000000-0000-0000-0000-000000000000}"/>
          </ac:spMkLst>
        </pc:spChg>
        <pc:spChg chg="mod">
          <ac:chgData name="Guest User" userId="S::urn:spo:anon#cf14897373987d8d25ffd406afd45bf639a357328f7effec4b49f6d8f880b08b::" providerId="AD" clId="Web-{7EF5A665-16B8-D9EB-4068-65E60E175E8B}" dt="2024-11-18T17:31:23.010" v="547" actId="1076"/>
          <ac:spMkLst>
            <pc:docMk/>
            <pc:sldMk cId="0" sldId="258"/>
            <ac:spMk id="10" creationId="{00000000-0000-0000-0000-000000000000}"/>
          </ac:spMkLst>
        </pc:spChg>
        <pc:spChg chg="add mod">
          <ac:chgData name="Guest User" userId="S::urn:spo:anon#cf14897373987d8d25ffd406afd45bf639a357328f7effec4b49f6d8f880b08b::" providerId="AD" clId="Web-{7EF5A665-16B8-D9EB-4068-65E60E175E8B}" dt="2024-11-18T17:21:12.214" v="519" actId="1076"/>
          <ac:spMkLst>
            <pc:docMk/>
            <pc:sldMk cId="0" sldId="258"/>
            <ac:spMk id="15" creationId="{4717AB6B-145B-4826-8B69-3ACD724C7C5A}"/>
          </ac:spMkLst>
        </pc:spChg>
        <pc:spChg chg="mod">
          <ac:chgData name="Guest User" userId="S::urn:spo:anon#cf14897373987d8d25ffd406afd45bf639a357328f7effec4b49f6d8f880b08b::" providerId="AD" clId="Web-{7EF5A665-16B8-D9EB-4068-65E60E175E8B}" dt="2024-11-18T17:21:06.776" v="518" actId="1076"/>
          <ac:spMkLst>
            <pc:docMk/>
            <pc:sldMk cId="0" sldId="258"/>
            <ac:spMk id="17" creationId="{5B512B15-0338-88C3-1538-CEBA78FAF2E0}"/>
          </ac:spMkLst>
        </pc:spChg>
        <pc:spChg chg="mod">
          <ac:chgData name="Guest User" userId="S::urn:spo:anon#cf14897373987d8d25ffd406afd45bf639a357328f7effec4b49f6d8f880b08b::" providerId="AD" clId="Web-{7EF5A665-16B8-D9EB-4068-65E60E175E8B}" dt="2024-11-18T17:21:35.637" v="522" actId="20577"/>
          <ac:spMkLst>
            <pc:docMk/>
            <pc:sldMk cId="0" sldId="258"/>
            <ac:spMk id="18" creationId="{E0EC2BF9-BA8F-4A4F-854E-2C02D9797494}"/>
          </ac:spMkLst>
        </pc:spChg>
        <pc:picChg chg="add mod ord modCrop">
          <ac:chgData name="Guest User" userId="S::urn:spo:anon#cf14897373987d8d25ffd406afd45bf639a357328f7effec4b49f6d8f880b08b::" providerId="AD" clId="Web-{7EF5A665-16B8-D9EB-4068-65E60E175E8B}" dt="2024-11-18T17:22:27.622" v="525"/>
          <ac:picMkLst>
            <pc:docMk/>
            <pc:sldMk cId="0" sldId="258"/>
            <ac:picMk id="7" creationId="{D5F587EA-7B99-07CF-AB21-36E4A3C761AD}"/>
          </ac:picMkLst>
        </pc:picChg>
        <pc:picChg chg="add mod ord modCrop">
          <ac:chgData name="Guest User" userId="S::urn:spo:anon#cf14897373987d8d25ffd406afd45bf639a357328f7effec4b49f6d8f880b08b::" providerId="AD" clId="Web-{7EF5A665-16B8-D9EB-4068-65E60E175E8B}" dt="2024-11-18T17:22:34.825" v="527"/>
          <ac:picMkLst>
            <pc:docMk/>
            <pc:sldMk cId="0" sldId="258"/>
            <ac:picMk id="8" creationId="{160D5232-8198-E754-80B3-DABEDCA812B8}"/>
          </ac:picMkLst>
        </pc:picChg>
        <pc:picChg chg="mod">
          <ac:chgData name="Guest User" userId="S::urn:spo:anon#cf14897373987d8d25ffd406afd45bf639a357328f7effec4b49f6d8f880b08b::" providerId="AD" clId="Web-{7EF5A665-16B8-D9EB-4068-65E60E175E8B}" dt="2024-11-18T17:22:51.451" v="533" actId="1076"/>
          <ac:picMkLst>
            <pc:docMk/>
            <pc:sldMk cId="0" sldId="258"/>
            <ac:picMk id="11" creationId="{5C10F389-3626-6D45-18F2-E0C691C8D738}"/>
          </ac:picMkLst>
        </pc:picChg>
        <pc:picChg chg="add mod ord modCrop">
          <ac:chgData name="Guest User" userId="S::urn:spo:anon#cf14897373987d8d25ffd406afd45bf639a357328f7effec4b49f6d8f880b08b::" providerId="AD" clId="Web-{7EF5A665-16B8-D9EB-4068-65E60E175E8B}" dt="2024-11-18T17:22:37.216" v="528"/>
          <ac:picMkLst>
            <pc:docMk/>
            <pc:sldMk cId="0" sldId="258"/>
            <ac:picMk id="12" creationId="{349FA103-E3E9-4BC6-5FD8-28F6C96B55F1}"/>
          </ac:picMkLst>
        </pc:picChg>
        <pc:picChg chg="add mod ord modCrop">
          <ac:chgData name="Guest User" userId="S::urn:spo:anon#cf14897373987d8d25ffd406afd45bf639a357328f7effec4b49f6d8f880b08b::" providerId="AD" clId="Web-{7EF5A665-16B8-D9EB-4068-65E60E175E8B}" dt="2024-11-18T17:22:40.701" v="529"/>
          <ac:picMkLst>
            <pc:docMk/>
            <pc:sldMk cId="0" sldId="258"/>
            <ac:picMk id="13" creationId="{92683E4B-FB5A-AD8C-1031-55B31485863C}"/>
          </ac:picMkLst>
        </pc:picChg>
        <pc:picChg chg="add mod ord modCrop">
          <ac:chgData name="Guest User" userId="S::urn:spo:anon#cf14897373987d8d25ffd406afd45bf639a357328f7effec4b49f6d8f880b08b::" providerId="AD" clId="Web-{7EF5A665-16B8-D9EB-4068-65E60E175E8B}" dt="2024-11-18T17:22:31.357" v="526"/>
          <ac:picMkLst>
            <pc:docMk/>
            <pc:sldMk cId="0" sldId="258"/>
            <ac:picMk id="14" creationId="{F0B7FDDF-12AE-32AD-9CBA-5460A25586D9}"/>
          </ac:picMkLst>
        </pc:picChg>
      </pc:sldChg>
      <pc:sldChg chg="addSp delSp modSp">
        <pc:chgData name="Guest User" userId="S::urn:spo:anon#cf14897373987d8d25ffd406afd45bf639a357328f7effec4b49f6d8f880b08b::" providerId="AD" clId="Web-{7EF5A665-16B8-D9EB-4068-65E60E175E8B}" dt="2024-11-18T18:24:11.351" v="1139" actId="1076"/>
        <pc:sldMkLst>
          <pc:docMk/>
          <pc:sldMk cId="0" sldId="260"/>
        </pc:sldMkLst>
        <pc:spChg chg="mod">
          <ac:chgData name="Guest User" userId="S::urn:spo:anon#cf14897373987d8d25ffd406afd45bf639a357328f7effec4b49f6d8f880b08b::" providerId="AD" clId="Web-{7EF5A665-16B8-D9EB-4068-65E60E175E8B}" dt="2024-11-18T17:47:45.908" v="999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Guest User" userId="S::urn:spo:anon#cf14897373987d8d25ffd406afd45bf639a357328f7effec4b49f6d8f880b08b::" providerId="AD" clId="Web-{7EF5A665-16B8-D9EB-4068-65E60E175E8B}" dt="2024-11-18T17:31:58.011" v="556" actId="14100"/>
          <ac:spMkLst>
            <pc:docMk/>
            <pc:sldMk cId="0" sldId="260"/>
            <ac:spMk id="4" creationId="{00000000-0000-0000-0000-000000000000}"/>
          </ac:spMkLst>
        </pc:spChg>
        <pc:spChg chg="ord">
          <ac:chgData name="Guest User" userId="S::urn:spo:anon#cf14897373987d8d25ffd406afd45bf639a357328f7effec4b49f6d8f880b08b::" providerId="AD" clId="Web-{7EF5A665-16B8-D9EB-4068-65E60E175E8B}" dt="2024-11-18T17:31:42.854" v="549"/>
          <ac:spMkLst>
            <pc:docMk/>
            <pc:sldMk cId="0" sldId="260"/>
            <ac:spMk id="7" creationId="{00000000-0000-0000-0000-000000000000}"/>
          </ac:spMkLst>
        </pc:spChg>
        <pc:spChg chg="add mod">
          <ac:chgData name="Guest User" userId="S::urn:spo:anon#cf14897373987d8d25ffd406afd45bf639a357328f7effec4b49f6d8f880b08b::" providerId="AD" clId="Web-{7EF5A665-16B8-D9EB-4068-65E60E175E8B}" dt="2024-11-18T18:13:54.352" v="1138" actId="20577"/>
          <ac:spMkLst>
            <pc:docMk/>
            <pc:sldMk cId="0" sldId="260"/>
            <ac:spMk id="13" creationId="{B2B13D01-789C-209F-981A-C3B32C72F0F3}"/>
          </ac:spMkLst>
        </pc:spChg>
        <pc:spChg chg="add mod">
          <ac:chgData name="Guest User" userId="S::urn:spo:anon#cf14897373987d8d25ffd406afd45bf639a357328f7effec4b49f6d8f880b08b::" providerId="AD" clId="Web-{7EF5A665-16B8-D9EB-4068-65E60E175E8B}" dt="2024-11-18T17:57:20.892" v="1124" actId="1076"/>
          <ac:spMkLst>
            <pc:docMk/>
            <pc:sldMk cId="0" sldId="260"/>
            <ac:spMk id="16" creationId="{E0DCB8D6-2919-F4B1-676B-50582D18D768}"/>
          </ac:spMkLst>
        </pc:spChg>
        <pc:spChg chg="mod">
          <ac:chgData name="Guest User" userId="S::urn:spo:anon#cf14897373987d8d25ffd406afd45bf639a357328f7effec4b49f6d8f880b08b::" providerId="AD" clId="Web-{7EF5A665-16B8-D9EB-4068-65E60E175E8B}" dt="2024-11-18T17:55:20.217" v="1112" actId="1076"/>
          <ac:spMkLst>
            <pc:docMk/>
            <pc:sldMk cId="0" sldId="260"/>
            <ac:spMk id="19" creationId="{00000000-0000-0000-0000-000000000000}"/>
          </ac:spMkLst>
        </pc:spChg>
        <pc:spChg chg="mod">
          <ac:chgData name="Guest User" userId="S::urn:spo:anon#cf14897373987d8d25ffd406afd45bf639a357328f7effec4b49f6d8f880b08b::" providerId="AD" clId="Web-{7EF5A665-16B8-D9EB-4068-65E60E175E8B}" dt="2024-11-18T17:34:32.952" v="591" actId="1076"/>
          <ac:spMkLst>
            <pc:docMk/>
            <pc:sldMk cId="0" sldId="260"/>
            <ac:spMk id="20" creationId="{00000000-0000-0000-0000-000000000000}"/>
          </ac:spMkLst>
        </pc:spChg>
        <pc:spChg chg="del mod">
          <ac:chgData name="Guest User" userId="S::urn:spo:anon#cf14897373987d8d25ffd406afd45bf639a357328f7effec4b49f6d8f880b08b::" providerId="AD" clId="Web-{7EF5A665-16B8-D9EB-4068-65E60E175E8B}" dt="2024-11-18T17:33:44.310" v="573"/>
          <ac:spMkLst>
            <pc:docMk/>
            <pc:sldMk cId="0" sldId="260"/>
            <ac:spMk id="21" creationId="{00000000-0000-0000-0000-000000000000}"/>
          </ac:spMkLst>
        </pc:spChg>
        <pc:grpChg chg="mod">
          <ac:chgData name="Guest User" userId="S::urn:spo:anon#cf14897373987d8d25ffd406afd45bf639a357328f7effec4b49f6d8f880b08b::" providerId="AD" clId="Web-{7EF5A665-16B8-D9EB-4068-65E60E175E8B}" dt="2024-11-18T17:32:14.402" v="559" actId="1076"/>
          <ac:grpSpMkLst>
            <pc:docMk/>
            <pc:sldMk cId="0" sldId="260"/>
            <ac:grpSpMk id="3" creationId="{00000000-0000-0000-0000-000000000000}"/>
          </ac:grpSpMkLst>
        </pc:grpChg>
        <pc:grpChg chg="mod">
          <ac:chgData name="Guest User" userId="S::urn:spo:anon#cf14897373987d8d25ffd406afd45bf639a357328f7effec4b49f6d8f880b08b::" providerId="AD" clId="Web-{7EF5A665-16B8-D9EB-4068-65E60E175E8B}" dt="2024-11-18T17:32:23.277" v="561" actId="1076"/>
          <ac:grpSpMkLst>
            <pc:docMk/>
            <pc:sldMk cId="0" sldId="260"/>
            <ac:grpSpMk id="8" creationId="{00000000-0000-0000-0000-000000000000}"/>
          </ac:grpSpMkLst>
        </pc:grpChg>
        <pc:picChg chg="add mod">
          <ac:chgData name="Guest User" userId="S::urn:spo:anon#cf14897373987d8d25ffd406afd45bf639a357328f7effec4b49f6d8f880b08b::" providerId="AD" clId="Web-{7EF5A665-16B8-D9EB-4068-65E60E175E8B}" dt="2024-11-18T18:24:11.351" v="1139" actId="1076"/>
          <ac:picMkLst>
            <pc:docMk/>
            <pc:sldMk cId="0" sldId="260"/>
            <ac:picMk id="9" creationId="{93795A47-E882-97BC-803E-934675E4BCC6}"/>
          </ac:picMkLst>
        </pc:picChg>
        <pc:picChg chg="mod">
          <ac:chgData name="Guest User" userId="S::urn:spo:anon#cf14897373987d8d25ffd406afd45bf639a357328f7effec4b49f6d8f880b08b::" providerId="AD" clId="Web-{7EF5A665-16B8-D9EB-4068-65E60E175E8B}" dt="2024-11-18T17:57:15.266" v="1123" actId="14100"/>
          <ac:picMkLst>
            <pc:docMk/>
            <pc:sldMk cId="0" sldId="260"/>
            <ac:picMk id="14" creationId="{EB279012-E379-195E-7B84-291403D60C5B}"/>
          </ac:picMkLst>
        </pc:picChg>
      </pc:sldChg>
      <pc:sldChg chg="modSp">
        <pc:chgData name="Guest User" userId="S::urn:spo:anon#cf14897373987d8d25ffd406afd45bf639a357328f7effec4b49f6d8f880b08b::" providerId="AD" clId="Web-{7EF5A665-16B8-D9EB-4068-65E60E175E8B}" dt="2024-11-18T18:28:21.654" v="1140" actId="1076"/>
        <pc:sldMkLst>
          <pc:docMk/>
          <pc:sldMk cId="0" sldId="261"/>
        </pc:sldMkLst>
        <pc:spChg chg="mod">
          <ac:chgData name="Guest User" userId="S::urn:spo:anon#cf14897373987d8d25ffd406afd45bf639a357328f7effec4b49f6d8f880b08b::" providerId="AD" clId="Web-{7EF5A665-16B8-D9EB-4068-65E60E175E8B}" dt="2024-11-18T18:13:34.539" v="1137" actId="1076"/>
          <ac:spMkLst>
            <pc:docMk/>
            <pc:sldMk cId="0" sldId="261"/>
            <ac:spMk id="5" creationId="{D1A09FD8-B83E-4622-05E6-FA2C39346AE2}"/>
          </ac:spMkLst>
        </pc:spChg>
        <pc:spChg chg="mod">
          <ac:chgData name="Guest User" userId="S::urn:spo:anon#cf14897373987d8d25ffd406afd45bf639a357328f7effec4b49f6d8f880b08b::" providerId="AD" clId="Web-{7EF5A665-16B8-D9EB-4068-65E60E175E8B}" dt="2024-11-18T18:28:21.654" v="1140" actId="1076"/>
          <ac:spMkLst>
            <pc:docMk/>
            <pc:sldMk cId="0" sldId="261"/>
            <ac:spMk id="8" creationId="{00000000-0000-0000-0000-000000000000}"/>
          </ac:spMkLst>
        </pc:spChg>
      </pc:sldChg>
    </pc:docChg>
  </pc:docChgLst>
  <pc:docChgLst>
    <pc:chgData name="Demetris F. Champi" userId="S::df.champi@edu.cut.ac.cy::a79b46dd-fbeb-4d5e-b919-374d01a6a53e" providerId="AD" clId="Web-{50C504A3-348E-98EF-12B7-C0944B69E880}"/>
    <pc:docChg chg="modSld sldOrd">
      <pc:chgData name="Demetris F. Champi" userId="S::df.champi@edu.cut.ac.cy::a79b46dd-fbeb-4d5e-b919-374d01a6a53e" providerId="AD" clId="Web-{50C504A3-348E-98EF-12B7-C0944B69E880}" dt="2024-11-18T18:24:13.727" v="167" actId="14100"/>
      <pc:docMkLst>
        <pc:docMk/>
      </pc:docMkLst>
      <pc:sldChg chg="modSp">
        <pc:chgData name="Demetris F. Champi" userId="S::df.champi@edu.cut.ac.cy::a79b46dd-fbeb-4d5e-b919-374d01a6a53e" providerId="AD" clId="Web-{50C504A3-348E-98EF-12B7-C0944B69E880}" dt="2024-11-18T18:22:03.785" v="166" actId="20577"/>
        <pc:sldMkLst>
          <pc:docMk/>
          <pc:sldMk cId="0" sldId="258"/>
        </pc:sldMkLst>
        <pc:spChg chg="mod">
          <ac:chgData name="Demetris F. Champi" userId="S::df.champi@edu.cut.ac.cy::a79b46dd-fbeb-4d5e-b919-374d01a6a53e" providerId="AD" clId="Web-{50C504A3-348E-98EF-12B7-C0944B69E880}" dt="2024-11-18T18:22:03.785" v="166" actId="20577"/>
          <ac:spMkLst>
            <pc:docMk/>
            <pc:sldMk cId="0" sldId="258"/>
            <ac:spMk id="18" creationId="{E0EC2BF9-BA8F-4A4F-854E-2C02D9797494}"/>
          </ac:spMkLst>
        </pc:spChg>
      </pc:sldChg>
      <pc:sldChg chg="addSp delSp modSp ord">
        <pc:chgData name="Demetris F. Champi" userId="S::df.champi@edu.cut.ac.cy::a79b46dd-fbeb-4d5e-b919-374d01a6a53e" providerId="AD" clId="Web-{50C504A3-348E-98EF-12B7-C0944B69E880}" dt="2024-11-18T18:24:13.727" v="167" actId="14100"/>
        <pc:sldMkLst>
          <pc:docMk/>
          <pc:sldMk cId="0" sldId="261"/>
        </pc:sldMkLst>
        <pc:spChg chg="add del">
          <ac:chgData name="Demetris F. Champi" userId="S::df.champi@edu.cut.ac.cy::a79b46dd-fbeb-4d5e-b919-374d01a6a53e" providerId="AD" clId="Web-{50C504A3-348E-98EF-12B7-C0944B69E880}" dt="2024-11-18T17:48:32.510" v="6"/>
          <ac:spMkLst>
            <pc:docMk/>
            <pc:sldMk cId="0" sldId="261"/>
            <ac:spMk id="4" creationId="{94F6949A-05B3-5E7C-EB8F-BC4CCFE9E5C5}"/>
          </ac:spMkLst>
        </pc:spChg>
        <pc:spChg chg="add mod">
          <ac:chgData name="Demetris F. Champi" userId="S::df.champi@edu.cut.ac.cy::a79b46dd-fbeb-4d5e-b919-374d01a6a53e" providerId="AD" clId="Web-{50C504A3-348E-98EF-12B7-C0944B69E880}" dt="2024-11-18T17:58:04.296" v="146" actId="20577"/>
          <ac:spMkLst>
            <pc:docMk/>
            <pc:sldMk cId="0" sldId="261"/>
            <ac:spMk id="5" creationId="{D1A09FD8-B83E-4622-05E6-FA2C39346AE2}"/>
          </ac:spMkLst>
        </pc:spChg>
        <pc:picChg chg="mod modCrop">
          <ac:chgData name="Demetris F. Champi" userId="S::df.champi@edu.cut.ac.cy::a79b46dd-fbeb-4d5e-b919-374d01a6a53e" providerId="AD" clId="Web-{50C504A3-348E-98EF-12B7-C0944B69E880}" dt="2024-11-18T18:24:13.727" v="167" actId="14100"/>
          <ac:picMkLst>
            <pc:docMk/>
            <pc:sldMk cId="0" sldId="261"/>
            <ac:picMk id="3" creationId="{D2E04462-7700-072A-4F66-613263E74F04}"/>
          </ac:picMkLst>
        </pc:picChg>
      </pc:sldChg>
      <pc:sldChg chg="addSp modSp">
        <pc:chgData name="Demetris F. Champi" userId="S::df.champi@edu.cut.ac.cy::a79b46dd-fbeb-4d5e-b919-374d01a6a53e" providerId="AD" clId="Web-{50C504A3-348E-98EF-12B7-C0944B69E880}" dt="2024-11-18T18:10:08.806" v="150" actId="1076"/>
        <pc:sldMkLst>
          <pc:docMk/>
          <pc:sldMk cId="0" sldId="263"/>
        </pc:sldMkLst>
        <pc:spChg chg="add mod">
          <ac:chgData name="Demetris F. Champi" userId="S::df.champi@edu.cut.ac.cy::a79b46dd-fbeb-4d5e-b919-374d01a6a53e" providerId="AD" clId="Web-{50C504A3-348E-98EF-12B7-C0944B69E880}" dt="2024-11-18T18:10:08.806" v="150" actId="1076"/>
          <ac:spMkLst>
            <pc:docMk/>
            <pc:sldMk cId="0" sldId="263"/>
            <ac:spMk id="18" creationId="{5975DCF3-5C4E-9F2F-171D-ED110C4A49BC}"/>
          </ac:spMkLst>
        </pc:spChg>
      </pc:sldChg>
    </pc:docChg>
  </pc:docChgLst>
  <pc:docChgLst>
    <pc:chgData name="Revekka N. Kontou" userId="S::rn.kontou@edu.cut.ac.cy::50a2821f-ed7f-4fd1-ba96-4dbc438f6a80" providerId="AD" clId="Web-{E9A4300F-EFBC-FE2A-56F6-F0926A7116B7}"/>
    <pc:docChg chg="modSld">
      <pc:chgData name="Revekka N. Kontou" userId="S::rn.kontou@edu.cut.ac.cy::50a2821f-ed7f-4fd1-ba96-4dbc438f6a80" providerId="AD" clId="Web-{E9A4300F-EFBC-FE2A-56F6-F0926A7116B7}" dt="2024-11-18T18:33:07.371" v="1592" actId="20577"/>
      <pc:docMkLst>
        <pc:docMk/>
      </pc:docMkLst>
      <pc:sldChg chg="modSp">
        <pc:chgData name="Revekka N. Kontou" userId="S::rn.kontou@edu.cut.ac.cy::50a2821f-ed7f-4fd1-ba96-4dbc438f6a80" providerId="AD" clId="Web-{E9A4300F-EFBC-FE2A-56F6-F0926A7116B7}" dt="2024-11-18T18:20:51.790" v="1577" actId="1076"/>
        <pc:sldMkLst>
          <pc:docMk/>
          <pc:sldMk cId="0" sldId="256"/>
        </pc:sldMkLst>
        <pc:spChg chg="mod">
          <ac:chgData name="Revekka N. Kontou" userId="S::rn.kontou@edu.cut.ac.cy::50a2821f-ed7f-4fd1-ba96-4dbc438f6a80" providerId="AD" clId="Web-{E9A4300F-EFBC-FE2A-56F6-F0926A7116B7}" dt="2024-11-18T16:31:45.289" v="10" actId="14100"/>
          <ac:spMkLst>
            <pc:docMk/>
            <pc:sldMk cId="0" sldId="256"/>
            <ac:spMk id="16" creationId="{2B916531-F5B4-6CF8-5BAD-2B12C99BC93B}"/>
          </ac:spMkLst>
        </pc:spChg>
        <pc:spChg chg="mod">
          <ac:chgData name="Revekka N. Kontou" userId="S::rn.kontou@edu.cut.ac.cy::50a2821f-ed7f-4fd1-ba96-4dbc438f6a80" providerId="AD" clId="Web-{E9A4300F-EFBC-FE2A-56F6-F0926A7116B7}" dt="2024-11-18T18:20:51.790" v="1577" actId="1076"/>
          <ac:spMkLst>
            <pc:docMk/>
            <pc:sldMk cId="0" sldId="256"/>
            <ac:spMk id="20" creationId="{0463F6F6-E942-2F28-F6F4-5185061F3E53}"/>
          </ac:spMkLst>
        </pc:spChg>
      </pc:sldChg>
      <pc:sldChg chg="addSp delSp modSp">
        <pc:chgData name="Revekka N. Kontou" userId="S::rn.kontou@edu.cut.ac.cy::50a2821f-ed7f-4fd1-ba96-4dbc438f6a80" providerId="AD" clId="Web-{E9A4300F-EFBC-FE2A-56F6-F0926A7116B7}" dt="2024-11-18T16:55:14.904" v="671" actId="20577"/>
        <pc:sldMkLst>
          <pc:docMk/>
          <pc:sldMk cId="0" sldId="257"/>
        </pc:sldMkLst>
        <pc:spChg chg="mod">
          <ac:chgData name="Revekka N. Kontou" userId="S::rn.kontou@edu.cut.ac.cy::50a2821f-ed7f-4fd1-ba96-4dbc438f6a80" providerId="AD" clId="Web-{E9A4300F-EFBC-FE2A-56F6-F0926A7116B7}" dt="2024-11-18T16:34:51.778" v="41" actId="20577"/>
          <ac:spMkLst>
            <pc:docMk/>
            <pc:sldMk cId="0" sldId="257"/>
            <ac:spMk id="7" creationId="{00000000-0000-0000-0000-000000000000}"/>
          </ac:spMkLst>
        </pc:spChg>
        <pc:spChg chg="mod">
          <ac:chgData name="Revekka N. Kontou" userId="S::rn.kontou@edu.cut.ac.cy::50a2821f-ed7f-4fd1-ba96-4dbc438f6a80" providerId="AD" clId="Web-{E9A4300F-EFBC-FE2A-56F6-F0926A7116B7}" dt="2024-11-18T16:34:58.981" v="48" actId="20577"/>
          <ac:spMkLst>
            <pc:docMk/>
            <pc:sldMk cId="0" sldId="257"/>
            <ac:spMk id="12" creationId="{00000000-0000-0000-0000-000000000000}"/>
          </ac:spMkLst>
        </pc:spChg>
        <pc:spChg chg="mod">
          <ac:chgData name="Revekka N. Kontou" userId="S::rn.kontou@edu.cut.ac.cy::50a2821f-ed7f-4fd1-ba96-4dbc438f6a80" providerId="AD" clId="Web-{E9A4300F-EFBC-FE2A-56F6-F0926A7116B7}" dt="2024-11-18T16:35:05.434" v="57" actId="20577"/>
          <ac:spMkLst>
            <pc:docMk/>
            <pc:sldMk cId="0" sldId="257"/>
            <ac:spMk id="17" creationId="{00000000-0000-0000-0000-000000000000}"/>
          </ac:spMkLst>
        </pc:spChg>
        <pc:spChg chg="mod">
          <ac:chgData name="Revekka N. Kontou" userId="S::rn.kontou@edu.cut.ac.cy::50a2821f-ed7f-4fd1-ba96-4dbc438f6a80" providerId="AD" clId="Web-{E9A4300F-EFBC-FE2A-56F6-F0926A7116B7}" dt="2024-11-18T16:35:39.326" v="65" actId="20577"/>
          <ac:spMkLst>
            <pc:docMk/>
            <pc:sldMk cId="0" sldId="257"/>
            <ac:spMk id="22" creationId="{00000000-0000-0000-0000-000000000000}"/>
          </ac:spMkLst>
        </pc:spChg>
        <pc:spChg chg="mod">
          <ac:chgData name="Revekka N. Kontou" userId="S::rn.kontou@edu.cut.ac.cy::50a2821f-ed7f-4fd1-ba96-4dbc438f6a80" providerId="AD" clId="Web-{E9A4300F-EFBC-FE2A-56F6-F0926A7116B7}" dt="2024-11-18T16:35:43.857" v="73" actId="20577"/>
          <ac:spMkLst>
            <pc:docMk/>
            <pc:sldMk cId="0" sldId="257"/>
            <ac:spMk id="27" creationId="{00000000-0000-0000-0000-000000000000}"/>
          </ac:spMkLst>
        </pc:spChg>
        <pc:spChg chg="del">
          <ac:chgData name="Revekka N. Kontou" userId="S::rn.kontou@edu.cut.ac.cy::50a2821f-ed7f-4fd1-ba96-4dbc438f6a80" providerId="AD" clId="Web-{E9A4300F-EFBC-FE2A-56F6-F0926A7116B7}" dt="2024-11-18T16:38:16.986" v="86"/>
          <ac:spMkLst>
            <pc:docMk/>
            <pc:sldMk cId="0" sldId="257"/>
            <ac:spMk id="30" creationId="{00000000-0000-0000-0000-000000000000}"/>
          </ac:spMkLst>
        </pc:spChg>
        <pc:spChg chg="mod">
          <ac:chgData name="Revekka N. Kontou" userId="S::rn.kontou@edu.cut.ac.cy::50a2821f-ed7f-4fd1-ba96-4dbc438f6a80" providerId="AD" clId="Web-{E9A4300F-EFBC-FE2A-56F6-F0926A7116B7}" dt="2024-11-18T16:35:49.045" v="79" actId="20577"/>
          <ac:spMkLst>
            <pc:docMk/>
            <pc:sldMk cId="0" sldId="257"/>
            <ac:spMk id="32" creationId="{00000000-0000-0000-0000-000000000000}"/>
          </ac:spMkLst>
        </pc:spChg>
        <pc:spChg chg="mod">
          <ac:chgData name="Revekka N. Kontou" userId="S::rn.kontou@edu.cut.ac.cy::50a2821f-ed7f-4fd1-ba96-4dbc438f6a80" providerId="AD" clId="Web-{E9A4300F-EFBC-FE2A-56F6-F0926A7116B7}" dt="2024-11-18T16:53:01.900" v="620" actId="14100"/>
          <ac:spMkLst>
            <pc:docMk/>
            <pc:sldMk cId="0" sldId="257"/>
            <ac:spMk id="33" creationId="{00000000-0000-0000-0000-000000000000}"/>
          </ac:spMkLst>
        </pc:spChg>
        <pc:spChg chg="mod">
          <ac:chgData name="Revekka N. Kontou" userId="S::rn.kontou@edu.cut.ac.cy::50a2821f-ed7f-4fd1-ba96-4dbc438f6a80" providerId="AD" clId="Web-{E9A4300F-EFBC-FE2A-56F6-F0926A7116B7}" dt="2024-11-18T16:52:57.150" v="619" actId="1076"/>
          <ac:spMkLst>
            <pc:docMk/>
            <pc:sldMk cId="0" sldId="257"/>
            <ac:spMk id="34" creationId="{00000000-0000-0000-0000-000000000000}"/>
          </ac:spMkLst>
        </pc:spChg>
        <pc:spChg chg="mod">
          <ac:chgData name="Revekka N. Kontou" userId="S::rn.kontou@edu.cut.ac.cy::50a2821f-ed7f-4fd1-ba96-4dbc438f6a80" providerId="AD" clId="Web-{E9A4300F-EFBC-FE2A-56F6-F0926A7116B7}" dt="2024-11-18T16:34:32.840" v="33" actId="1076"/>
          <ac:spMkLst>
            <pc:docMk/>
            <pc:sldMk cId="0" sldId="257"/>
            <ac:spMk id="35" creationId="{00000000-0000-0000-0000-000000000000}"/>
          </ac:spMkLst>
        </pc:spChg>
        <pc:spChg chg="add mod">
          <ac:chgData name="Revekka N. Kontou" userId="S::rn.kontou@edu.cut.ac.cy::50a2821f-ed7f-4fd1-ba96-4dbc438f6a80" providerId="AD" clId="Web-{E9A4300F-EFBC-FE2A-56F6-F0926A7116B7}" dt="2024-11-18T16:55:14.904" v="671" actId="20577"/>
          <ac:spMkLst>
            <pc:docMk/>
            <pc:sldMk cId="0" sldId="257"/>
            <ac:spMk id="36" creationId="{3A54393C-02EE-1C36-AE39-F849CCEBECBC}"/>
          </ac:spMkLst>
        </pc:spChg>
        <pc:grpChg chg="del">
          <ac:chgData name="Revekka N. Kontou" userId="S::rn.kontou@edu.cut.ac.cy::50a2821f-ed7f-4fd1-ba96-4dbc438f6a80" providerId="AD" clId="Web-{E9A4300F-EFBC-FE2A-56F6-F0926A7116B7}" dt="2024-11-18T16:38:02.205" v="80"/>
          <ac:grpSpMkLst>
            <pc:docMk/>
            <pc:sldMk cId="0" sldId="257"/>
            <ac:grpSpMk id="3" creationId="{00000000-0000-0000-0000-000000000000}"/>
          </ac:grpSpMkLst>
        </pc:grpChg>
        <pc:grpChg chg="del">
          <ac:chgData name="Revekka N. Kontou" userId="S::rn.kontou@edu.cut.ac.cy::50a2821f-ed7f-4fd1-ba96-4dbc438f6a80" providerId="AD" clId="Web-{E9A4300F-EFBC-FE2A-56F6-F0926A7116B7}" dt="2024-11-18T16:38:03.955" v="81"/>
          <ac:grpSpMkLst>
            <pc:docMk/>
            <pc:sldMk cId="0" sldId="257"/>
            <ac:grpSpMk id="8" creationId="{00000000-0000-0000-0000-000000000000}"/>
          </ac:grpSpMkLst>
        </pc:grpChg>
        <pc:grpChg chg="del">
          <ac:chgData name="Revekka N. Kontou" userId="S::rn.kontou@edu.cut.ac.cy::50a2821f-ed7f-4fd1-ba96-4dbc438f6a80" providerId="AD" clId="Web-{E9A4300F-EFBC-FE2A-56F6-F0926A7116B7}" dt="2024-11-18T16:38:05.752" v="82"/>
          <ac:grpSpMkLst>
            <pc:docMk/>
            <pc:sldMk cId="0" sldId="257"/>
            <ac:grpSpMk id="13" creationId="{00000000-0000-0000-0000-000000000000}"/>
          </ac:grpSpMkLst>
        </pc:grpChg>
        <pc:grpChg chg="del">
          <ac:chgData name="Revekka N. Kontou" userId="S::rn.kontou@edu.cut.ac.cy::50a2821f-ed7f-4fd1-ba96-4dbc438f6a80" providerId="AD" clId="Web-{E9A4300F-EFBC-FE2A-56F6-F0926A7116B7}" dt="2024-11-18T16:38:07.455" v="83"/>
          <ac:grpSpMkLst>
            <pc:docMk/>
            <pc:sldMk cId="0" sldId="257"/>
            <ac:grpSpMk id="18" creationId="{00000000-0000-0000-0000-000000000000}"/>
          </ac:grpSpMkLst>
        </pc:grpChg>
        <pc:grpChg chg="del">
          <ac:chgData name="Revekka N. Kontou" userId="S::rn.kontou@edu.cut.ac.cy::50a2821f-ed7f-4fd1-ba96-4dbc438f6a80" providerId="AD" clId="Web-{E9A4300F-EFBC-FE2A-56F6-F0926A7116B7}" dt="2024-11-18T16:38:09.252" v="84"/>
          <ac:grpSpMkLst>
            <pc:docMk/>
            <pc:sldMk cId="0" sldId="257"/>
            <ac:grpSpMk id="23" creationId="{00000000-0000-0000-0000-000000000000}"/>
          </ac:grpSpMkLst>
        </pc:grpChg>
        <pc:grpChg chg="mod">
          <ac:chgData name="Revekka N. Kontou" userId="S::rn.kontou@edu.cut.ac.cy::50a2821f-ed7f-4fd1-ba96-4dbc438f6a80" providerId="AD" clId="Web-{E9A4300F-EFBC-FE2A-56F6-F0926A7116B7}" dt="2024-11-18T16:38:12.846" v="85" actId="14100"/>
          <ac:grpSpMkLst>
            <pc:docMk/>
            <pc:sldMk cId="0" sldId="257"/>
            <ac:grpSpMk id="28" creationId="{00000000-0000-0000-0000-000000000000}"/>
          </ac:grpSpMkLst>
        </pc:grpChg>
        <pc:grpChg chg="del">
          <ac:chgData name="Revekka N. Kontou" userId="S::rn.kontou@edu.cut.ac.cy::50a2821f-ed7f-4fd1-ba96-4dbc438f6a80" providerId="AD" clId="Web-{E9A4300F-EFBC-FE2A-56F6-F0926A7116B7}" dt="2024-11-18T16:38:16.986" v="86"/>
          <ac:grpSpMkLst>
            <pc:docMk/>
            <pc:sldMk cId="0" sldId="257"/>
            <ac:grpSpMk id="29" creationId="{00000000-0000-0000-0000-000000000000}"/>
          </ac:grpSpMkLst>
        </pc:grpChg>
      </pc:sldChg>
      <pc:sldChg chg="delSp modSp">
        <pc:chgData name="Revekka N. Kontou" userId="S::rn.kontou@edu.cut.ac.cy::50a2821f-ed7f-4fd1-ba96-4dbc438f6a80" providerId="AD" clId="Web-{E9A4300F-EFBC-FE2A-56F6-F0926A7116B7}" dt="2024-11-18T18:19:45.944" v="1574" actId="1076"/>
        <pc:sldMkLst>
          <pc:docMk/>
          <pc:sldMk cId="0" sldId="258"/>
        </pc:sldMkLst>
        <pc:spChg chg="mod">
          <ac:chgData name="Revekka N. Kontou" userId="S::rn.kontou@edu.cut.ac.cy::50a2821f-ed7f-4fd1-ba96-4dbc438f6a80" providerId="AD" clId="Web-{E9A4300F-EFBC-FE2A-56F6-F0926A7116B7}" dt="2024-11-18T18:02:07.931" v="1343" actId="20577"/>
          <ac:spMkLst>
            <pc:docMk/>
            <pc:sldMk cId="0" sldId="258"/>
            <ac:spMk id="2" creationId="{00000000-0000-0000-0000-000000000000}"/>
          </ac:spMkLst>
        </pc:spChg>
        <pc:spChg chg="mod">
          <ac:chgData name="Revekka N. Kontou" userId="S::rn.kontou@edu.cut.ac.cy::50a2821f-ed7f-4fd1-ba96-4dbc438f6a80" providerId="AD" clId="Web-{E9A4300F-EFBC-FE2A-56F6-F0926A7116B7}" dt="2024-11-18T18:04:10.309" v="1377" actId="14100"/>
          <ac:spMkLst>
            <pc:docMk/>
            <pc:sldMk cId="0" sldId="258"/>
            <ac:spMk id="10" creationId="{00000000-0000-0000-0000-000000000000}"/>
          </ac:spMkLst>
        </pc:spChg>
        <pc:spChg chg="del mod">
          <ac:chgData name="Revekka N. Kontou" userId="S::rn.kontou@edu.cut.ac.cy::50a2821f-ed7f-4fd1-ba96-4dbc438f6a80" providerId="AD" clId="Web-{E9A4300F-EFBC-FE2A-56F6-F0926A7116B7}" dt="2024-11-18T18:02:16.056" v="1346"/>
          <ac:spMkLst>
            <pc:docMk/>
            <pc:sldMk cId="0" sldId="258"/>
            <ac:spMk id="17" creationId="{5B512B15-0338-88C3-1538-CEBA78FAF2E0}"/>
          </ac:spMkLst>
        </pc:spChg>
        <pc:spChg chg="mod">
          <ac:chgData name="Revekka N. Kontou" userId="S::rn.kontou@edu.cut.ac.cy::50a2821f-ed7f-4fd1-ba96-4dbc438f6a80" providerId="AD" clId="Web-{E9A4300F-EFBC-FE2A-56F6-F0926A7116B7}" dt="2024-11-18T18:04:32.310" v="1385" actId="1076"/>
          <ac:spMkLst>
            <pc:docMk/>
            <pc:sldMk cId="0" sldId="258"/>
            <ac:spMk id="18" creationId="{E0EC2BF9-BA8F-4A4F-854E-2C02D9797494}"/>
          </ac:spMkLst>
        </pc:spChg>
        <pc:spChg chg="del">
          <ac:chgData name="Revekka N. Kontou" userId="S::rn.kontou@edu.cut.ac.cy::50a2821f-ed7f-4fd1-ba96-4dbc438f6a80" providerId="AD" clId="Web-{E9A4300F-EFBC-FE2A-56F6-F0926A7116B7}" dt="2024-11-18T18:04:24.981" v="1384"/>
          <ac:spMkLst>
            <pc:docMk/>
            <pc:sldMk cId="0" sldId="258"/>
            <ac:spMk id="20" creationId="{764EBC86-D54E-1D3E-22C5-6F8997229843}"/>
          </ac:spMkLst>
        </pc:spChg>
        <pc:picChg chg="mod">
          <ac:chgData name="Revekka N. Kontou" userId="S::rn.kontou@edu.cut.ac.cy::50a2821f-ed7f-4fd1-ba96-4dbc438f6a80" providerId="AD" clId="Web-{E9A4300F-EFBC-FE2A-56F6-F0926A7116B7}" dt="2024-11-18T18:19:45.944" v="1574" actId="1076"/>
          <ac:picMkLst>
            <pc:docMk/>
            <pc:sldMk cId="0" sldId="258"/>
            <ac:picMk id="11" creationId="{5C10F389-3626-6D45-18F2-E0C691C8D738}"/>
          </ac:picMkLst>
        </pc:picChg>
      </pc:sldChg>
      <pc:sldChg chg="addSp delSp modSp">
        <pc:chgData name="Revekka N. Kontou" userId="S::rn.kontou@edu.cut.ac.cy::50a2821f-ed7f-4fd1-ba96-4dbc438f6a80" providerId="AD" clId="Web-{E9A4300F-EFBC-FE2A-56F6-F0926A7116B7}" dt="2024-11-18T18:19:48.882" v="1575" actId="1076"/>
        <pc:sldMkLst>
          <pc:docMk/>
          <pc:sldMk cId="0" sldId="259"/>
        </pc:sldMkLst>
        <pc:spChg chg="del">
          <ac:chgData name="Revekka N. Kontou" userId="S::rn.kontou@edu.cut.ac.cy::50a2821f-ed7f-4fd1-ba96-4dbc438f6a80" providerId="AD" clId="Web-{E9A4300F-EFBC-FE2A-56F6-F0926A7116B7}" dt="2024-11-18T17:26:14.077" v="715"/>
          <ac:spMkLst>
            <pc:docMk/>
            <pc:sldMk cId="0" sldId="259"/>
            <ac:spMk id="6" creationId="{00000000-0000-0000-0000-000000000000}"/>
          </ac:spMkLst>
        </pc:spChg>
        <pc:spChg chg="add del mod">
          <ac:chgData name="Revekka N. Kontou" userId="S::rn.kontou@edu.cut.ac.cy::50a2821f-ed7f-4fd1-ba96-4dbc438f6a80" providerId="AD" clId="Web-{E9A4300F-EFBC-FE2A-56F6-F0926A7116B7}" dt="2024-11-18T18:13:47.544" v="1455" actId="20577"/>
          <ac:spMkLst>
            <pc:docMk/>
            <pc:sldMk cId="0" sldId="259"/>
            <ac:spMk id="7" creationId="{00000000-0000-0000-0000-000000000000}"/>
          </ac:spMkLst>
        </pc:spChg>
        <pc:spChg chg="add del">
          <ac:chgData name="Revekka N. Kontou" userId="S::rn.kontou@edu.cut.ac.cy::50a2821f-ed7f-4fd1-ba96-4dbc438f6a80" providerId="AD" clId="Web-{E9A4300F-EFBC-FE2A-56F6-F0926A7116B7}" dt="2024-11-18T17:26:28.922" v="718"/>
          <ac:spMkLst>
            <pc:docMk/>
            <pc:sldMk cId="0" sldId="259"/>
            <ac:spMk id="12" creationId="{90D3BABE-78F3-8218-C445-A714BBAC6CE8}"/>
          </ac:spMkLst>
        </pc:spChg>
        <pc:spChg chg="add del">
          <ac:chgData name="Revekka N. Kontou" userId="S::rn.kontou@edu.cut.ac.cy::50a2821f-ed7f-4fd1-ba96-4dbc438f6a80" providerId="AD" clId="Web-{E9A4300F-EFBC-FE2A-56F6-F0926A7116B7}" dt="2024-11-18T17:26:57.610" v="720"/>
          <ac:spMkLst>
            <pc:docMk/>
            <pc:sldMk cId="0" sldId="259"/>
            <ac:spMk id="13" creationId="{6B519512-DA6D-744D-2E17-74E0B3F44E05}"/>
          </ac:spMkLst>
        </pc:spChg>
        <pc:spChg chg="add mod">
          <ac:chgData name="Revekka N. Kontou" userId="S::rn.kontou@edu.cut.ac.cy::50a2821f-ed7f-4fd1-ba96-4dbc438f6a80" providerId="AD" clId="Web-{E9A4300F-EFBC-FE2A-56F6-F0926A7116B7}" dt="2024-11-18T18:13:39.763" v="1454" actId="20577"/>
          <ac:spMkLst>
            <pc:docMk/>
            <pc:sldMk cId="0" sldId="259"/>
            <ac:spMk id="14" creationId="{F057B2C6-58CB-5D52-1BB0-B047E382D0C8}"/>
          </ac:spMkLst>
        </pc:spChg>
        <pc:grpChg chg="del">
          <ac:chgData name="Revekka N. Kontou" userId="S::rn.kontou@edu.cut.ac.cy::50a2821f-ed7f-4fd1-ba96-4dbc438f6a80" providerId="AD" clId="Web-{E9A4300F-EFBC-FE2A-56F6-F0926A7116B7}" dt="2024-11-18T17:23:59.340" v="672"/>
          <ac:grpSpMkLst>
            <pc:docMk/>
            <pc:sldMk cId="0" sldId="259"/>
            <ac:grpSpMk id="3" creationId="{00000000-0000-0000-0000-000000000000}"/>
          </ac:grpSpMkLst>
        </pc:grpChg>
        <pc:picChg chg="add del mod">
          <ac:chgData name="Revekka N. Kontou" userId="S::rn.kontou@edu.cut.ac.cy::50a2821f-ed7f-4fd1-ba96-4dbc438f6a80" providerId="AD" clId="Web-{E9A4300F-EFBC-FE2A-56F6-F0926A7116B7}" dt="2024-11-18T17:24:15.043" v="675"/>
          <ac:picMkLst>
            <pc:docMk/>
            <pc:sldMk cId="0" sldId="259"/>
            <ac:picMk id="9" creationId="{6C208031-65FA-7916-6CA1-FC007611CCC3}"/>
          </ac:picMkLst>
        </pc:picChg>
        <pc:picChg chg="add del mod">
          <ac:chgData name="Revekka N. Kontou" userId="S::rn.kontou@edu.cut.ac.cy::50a2821f-ed7f-4fd1-ba96-4dbc438f6a80" providerId="AD" clId="Web-{E9A4300F-EFBC-FE2A-56F6-F0926A7116B7}" dt="2024-11-18T17:24:46.981" v="678"/>
          <ac:picMkLst>
            <pc:docMk/>
            <pc:sldMk cId="0" sldId="259"/>
            <ac:picMk id="10" creationId="{76588DB2-A5C5-1ACE-01D9-AAE134FAF34A}"/>
          </ac:picMkLst>
        </pc:picChg>
        <pc:picChg chg="add del mod">
          <ac:chgData name="Revekka N. Kontou" userId="S::rn.kontou@edu.cut.ac.cy::50a2821f-ed7f-4fd1-ba96-4dbc438f6a80" providerId="AD" clId="Web-{E9A4300F-EFBC-FE2A-56F6-F0926A7116B7}" dt="2024-11-18T18:19:48.882" v="1575" actId="1076"/>
          <ac:picMkLst>
            <pc:docMk/>
            <pc:sldMk cId="0" sldId="259"/>
            <ac:picMk id="11" creationId="{1D41DC71-E0FB-F795-EEB9-7622AA6B4EF6}"/>
          </ac:picMkLst>
        </pc:picChg>
      </pc:sldChg>
      <pc:sldChg chg="addSp delSp modSp">
        <pc:chgData name="Revekka N. Kontou" userId="S::rn.kontou@edu.cut.ac.cy::50a2821f-ed7f-4fd1-ba96-4dbc438f6a80" providerId="AD" clId="Web-{E9A4300F-EFBC-FE2A-56F6-F0926A7116B7}" dt="2024-11-18T18:21:49.963" v="1585" actId="20577"/>
        <pc:sldMkLst>
          <pc:docMk/>
          <pc:sldMk cId="0" sldId="260"/>
        </pc:sldMkLst>
        <pc:spChg chg="mod">
          <ac:chgData name="Revekka N. Kontou" userId="S::rn.kontou@edu.cut.ac.cy::50a2821f-ed7f-4fd1-ba96-4dbc438f6a80" providerId="AD" clId="Web-{E9A4300F-EFBC-FE2A-56F6-F0926A7116B7}" dt="2024-11-18T18:21:49.963" v="1585" actId="20577"/>
          <ac:spMkLst>
            <pc:docMk/>
            <pc:sldMk cId="0" sldId="260"/>
            <ac:spMk id="13" creationId="{B2B13D01-789C-209F-981A-C3B32C72F0F3}"/>
          </ac:spMkLst>
        </pc:spChg>
        <pc:spChg chg="add mod">
          <ac:chgData name="Revekka N. Kontou" userId="S::rn.kontou@edu.cut.ac.cy::50a2821f-ed7f-4fd1-ba96-4dbc438f6a80" providerId="AD" clId="Web-{E9A4300F-EFBC-FE2A-56F6-F0926A7116B7}" dt="2024-11-18T18:14:42.030" v="1462" actId="20577"/>
          <ac:spMkLst>
            <pc:docMk/>
            <pc:sldMk cId="0" sldId="260"/>
            <ac:spMk id="15" creationId="{E7F2DD76-027B-DC6C-8AAC-9A0E39F9135D}"/>
          </ac:spMkLst>
        </pc:spChg>
        <pc:spChg chg="mod">
          <ac:chgData name="Revekka N. Kontou" userId="S::rn.kontou@edu.cut.ac.cy::50a2821f-ed7f-4fd1-ba96-4dbc438f6a80" providerId="AD" clId="Web-{E9A4300F-EFBC-FE2A-56F6-F0926A7116B7}" dt="2024-11-18T18:21:34.509" v="1583" actId="1076"/>
          <ac:spMkLst>
            <pc:docMk/>
            <pc:sldMk cId="0" sldId="260"/>
            <ac:spMk id="16" creationId="{E0DCB8D6-2919-F4B1-676B-50582D18D768}"/>
          </ac:spMkLst>
        </pc:spChg>
        <pc:spChg chg="del mod">
          <ac:chgData name="Revekka N. Kontou" userId="S::rn.kontou@edu.cut.ac.cy::50a2821f-ed7f-4fd1-ba96-4dbc438f6a80" providerId="AD" clId="Web-{E9A4300F-EFBC-FE2A-56F6-F0926A7116B7}" dt="2024-11-18T17:59:13.598" v="1276"/>
          <ac:spMkLst>
            <pc:docMk/>
            <pc:sldMk cId="0" sldId="260"/>
            <ac:spMk id="19" creationId="{00000000-0000-0000-0000-000000000000}"/>
          </ac:spMkLst>
        </pc:spChg>
        <pc:picChg chg="mod">
          <ac:chgData name="Revekka N. Kontou" userId="S::rn.kontou@edu.cut.ac.cy::50a2821f-ed7f-4fd1-ba96-4dbc438f6a80" providerId="AD" clId="Web-{E9A4300F-EFBC-FE2A-56F6-F0926A7116B7}" dt="2024-11-18T18:21:24.790" v="1581" actId="1076"/>
          <ac:picMkLst>
            <pc:docMk/>
            <pc:sldMk cId="0" sldId="260"/>
            <ac:picMk id="9" creationId="{93795A47-E882-97BC-803E-934675E4BCC6}"/>
          </ac:picMkLst>
        </pc:picChg>
        <pc:picChg chg="del">
          <ac:chgData name="Revekka N. Kontou" userId="S::rn.kontou@edu.cut.ac.cy::50a2821f-ed7f-4fd1-ba96-4dbc438f6a80" providerId="AD" clId="Web-{E9A4300F-EFBC-FE2A-56F6-F0926A7116B7}" dt="2024-11-18T17:59:29.802" v="1277"/>
          <ac:picMkLst>
            <pc:docMk/>
            <pc:sldMk cId="0" sldId="260"/>
            <ac:picMk id="14" creationId="{EB279012-E379-195E-7B84-291403D60C5B}"/>
          </ac:picMkLst>
        </pc:picChg>
      </pc:sldChg>
      <pc:sldChg chg="modSp">
        <pc:chgData name="Revekka N. Kontou" userId="S::rn.kontou@edu.cut.ac.cy::50a2821f-ed7f-4fd1-ba96-4dbc438f6a80" providerId="AD" clId="Web-{E9A4300F-EFBC-FE2A-56F6-F0926A7116B7}" dt="2024-11-18T18:03:50.074" v="1372" actId="1076"/>
        <pc:sldMkLst>
          <pc:docMk/>
          <pc:sldMk cId="0" sldId="261"/>
        </pc:sldMkLst>
        <pc:spChg chg="mod">
          <ac:chgData name="Revekka N. Kontou" userId="S::rn.kontou@edu.cut.ac.cy::50a2821f-ed7f-4fd1-ba96-4dbc438f6a80" providerId="AD" clId="Web-{E9A4300F-EFBC-FE2A-56F6-F0926A7116B7}" dt="2024-11-18T18:01:40.383" v="1338" actId="1076"/>
          <ac:spMkLst>
            <pc:docMk/>
            <pc:sldMk cId="0" sldId="261"/>
            <ac:spMk id="6" creationId="{00000000-0000-0000-0000-000000000000}"/>
          </ac:spMkLst>
        </pc:spChg>
        <pc:spChg chg="mod">
          <ac:chgData name="Revekka N. Kontou" userId="S::rn.kontou@edu.cut.ac.cy::50a2821f-ed7f-4fd1-ba96-4dbc438f6a80" providerId="AD" clId="Web-{E9A4300F-EFBC-FE2A-56F6-F0926A7116B7}" dt="2024-11-18T18:01:46.024" v="1340" actId="14100"/>
          <ac:spMkLst>
            <pc:docMk/>
            <pc:sldMk cId="0" sldId="261"/>
            <ac:spMk id="7" creationId="{00000000-0000-0000-0000-000000000000}"/>
          </ac:spMkLst>
        </pc:spChg>
        <pc:picChg chg="mod">
          <ac:chgData name="Revekka N. Kontou" userId="S::rn.kontou@edu.cut.ac.cy::50a2821f-ed7f-4fd1-ba96-4dbc438f6a80" providerId="AD" clId="Web-{E9A4300F-EFBC-FE2A-56F6-F0926A7116B7}" dt="2024-11-18T18:03:50.074" v="1372" actId="1076"/>
          <ac:picMkLst>
            <pc:docMk/>
            <pc:sldMk cId="0" sldId="261"/>
            <ac:picMk id="3" creationId="{D2E04462-7700-072A-4F66-613263E74F04}"/>
          </ac:picMkLst>
        </pc:picChg>
      </pc:sldChg>
      <pc:sldChg chg="addSp delSp modSp">
        <pc:chgData name="Revekka N. Kontou" userId="S::rn.kontou@edu.cut.ac.cy::50a2821f-ed7f-4fd1-ba96-4dbc438f6a80" providerId="AD" clId="Web-{E9A4300F-EFBC-FE2A-56F6-F0926A7116B7}" dt="2024-11-18T18:14:37.264" v="1461" actId="20577"/>
        <pc:sldMkLst>
          <pc:docMk/>
          <pc:sldMk cId="0" sldId="262"/>
        </pc:sldMkLst>
        <pc:spChg chg="mod">
          <ac:chgData name="Revekka N. Kontou" userId="S::rn.kontou@edu.cut.ac.cy::50a2821f-ed7f-4fd1-ba96-4dbc438f6a80" providerId="AD" clId="Web-{E9A4300F-EFBC-FE2A-56F6-F0926A7116B7}" dt="2024-11-18T18:10:07.820" v="1419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Revekka N. Kontou" userId="S::rn.kontou@edu.cut.ac.cy::50a2821f-ed7f-4fd1-ba96-4dbc438f6a80" providerId="AD" clId="Web-{E9A4300F-EFBC-FE2A-56F6-F0926A7116B7}" dt="2024-11-18T18:14:37.264" v="1461" actId="20577"/>
          <ac:spMkLst>
            <pc:docMk/>
            <pc:sldMk cId="0" sldId="262"/>
            <ac:spMk id="3" creationId="{00000000-0000-0000-0000-000000000000}"/>
          </ac:spMkLst>
        </pc:spChg>
        <pc:spChg chg="mod">
          <ac:chgData name="Revekka N. Kontou" userId="S::rn.kontou@edu.cut.ac.cy::50a2821f-ed7f-4fd1-ba96-4dbc438f6a80" providerId="AD" clId="Web-{E9A4300F-EFBC-FE2A-56F6-F0926A7116B7}" dt="2024-11-18T17:37:03.532" v="1029" actId="20577"/>
          <ac:spMkLst>
            <pc:docMk/>
            <pc:sldMk cId="0" sldId="262"/>
            <ac:spMk id="7" creationId="{00000000-0000-0000-0000-000000000000}"/>
          </ac:spMkLst>
        </pc:spChg>
        <pc:spChg chg="del mod">
          <ac:chgData name="Revekka N. Kontou" userId="S::rn.kontou@edu.cut.ac.cy::50a2821f-ed7f-4fd1-ba96-4dbc438f6a80" providerId="AD" clId="Web-{E9A4300F-EFBC-FE2A-56F6-F0926A7116B7}" dt="2024-11-18T17:37:27.095" v="1035"/>
          <ac:spMkLst>
            <pc:docMk/>
            <pc:sldMk cId="0" sldId="262"/>
            <ac:spMk id="11" creationId="{00000000-0000-0000-0000-000000000000}"/>
          </ac:spMkLst>
        </pc:spChg>
        <pc:spChg chg="del mod">
          <ac:chgData name="Revekka N. Kontou" userId="S::rn.kontou@edu.cut.ac.cy::50a2821f-ed7f-4fd1-ba96-4dbc438f6a80" providerId="AD" clId="Web-{E9A4300F-EFBC-FE2A-56F6-F0926A7116B7}" dt="2024-11-18T17:44:46.685" v="1174"/>
          <ac:spMkLst>
            <pc:docMk/>
            <pc:sldMk cId="0" sldId="262"/>
            <ac:spMk id="12" creationId="{00000000-0000-0000-0000-000000000000}"/>
          </ac:spMkLst>
        </pc:spChg>
        <pc:spChg chg="del">
          <ac:chgData name="Revekka N. Kontou" userId="S::rn.kontou@edu.cut.ac.cy::50a2821f-ed7f-4fd1-ba96-4dbc438f6a80" providerId="AD" clId="Web-{E9A4300F-EFBC-FE2A-56F6-F0926A7116B7}" dt="2024-11-18T17:37:39.736" v="1039"/>
          <ac:spMkLst>
            <pc:docMk/>
            <pc:sldMk cId="0" sldId="262"/>
            <ac:spMk id="13" creationId="{00000000-0000-0000-0000-000000000000}"/>
          </ac:spMkLst>
        </pc:spChg>
        <pc:spChg chg="mod">
          <ac:chgData name="Revekka N. Kontou" userId="S::rn.kontou@edu.cut.ac.cy::50a2821f-ed7f-4fd1-ba96-4dbc438f6a80" providerId="AD" clId="Web-{E9A4300F-EFBC-FE2A-56F6-F0926A7116B7}" dt="2024-11-18T18:14:31.905" v="1460" actId="20577"/>
          <ac:spMkLst>
            <pc:docMk/>
            <pc:sldMk cId="0" sldId="262"/>
            <ac:spMk id="13" creationId="{EDA4C721-0E69-1060-D173-1A38F876AC23}"/>
          </ac:spMkLst>
        </pc:spChg>
        <pc:spChg chg="add del">
          <ac:chgData name="Revekka N. Kontou" userId="S::rn.kontou@edu.cut.ac.cy::50a2821f-ed7f-4fd1-ba96-4dbc438f6a80" providerId="AD" clId="Web-{E9A4300F-EFBC-FE2A-56F6-F0926A7116B7}" dt="2024-11-18T17:40:56.007" v="1100"/>
          <ac:spMkLst>
            <pc:docMk/>
            <pc:sldMk cId="0" sldId="262"/>
            <ac:spMk id="15" creationId="{116582E3-B1ED-5503-86AA-7DFD8B521CC3}"/>
          </ac:spMkLst>
        </pc:spChg>
        <pc:spChg chg="add mod">
          <ac:chgData name="Revekka N. Kontou" userId="S::rn.kontou@edu.cut.ac.cy::50a2821f-ed7f-4fd1-ba96-4dbc438f6a80" providerId="AD" clId="Web-{E9A4300F-EFBC-FE2A-56F6-F0926A7116B7}" dt="2024-11-18T17:45:58.093" v="1250" actId="20577"/>
          <ac:spMkLst>
            <pc:docMk/>
            <pc:sldMk cId="0" sldId="262"/>
            <ac:spMk id="16" creationId="{F2342E7D-35A4-0523-F53B-F5CBAB71F2A2}"/>
          </ac:spMkLst>
        </pc:spChg>
        <pc:spChg chg="del mod">
          <ac:chgData name="Revekka N. Kontou" userId="S::rn.kontou@edu.cut.ac.cy::50a2821f-ed7f-4fd1-ba96-4dbc438f6a80" providerId="AD" clId="Web-{E9A4300F-EFBC-FE2A-56F6-F0926A7116B7}" dt="2024-11-18T18:09:55.835" v="1416"/>
          <ac:spMkLst>
            <pc:docMk/>
            <pc:sldMk cId="0" sldId="262"/>
            <ac:spMk id="19" creationId="{A46D0763-A54F-DCAB-DDBF-52CF070EE4F5}"/>
          </ac:spMkLst>
        </pc:spChg>
        <pc:grpChg chg="del">
          <ac:chgData name="Revekka N. Kontou" userId="S::rn.kontou@edu.cut.ac.cy::50a2821f-ed7f-4fd1-ba96-4dbc438f6a80" providerId="AD" clId="Web-{E9A4300F-EFBC-FE2A-56F6-F0926A7116B7}" dt="2024-11-18T17:37:06.141" v="1030"/>
          <ac:grpSpMkLst>
            <pc:docMk/>
            <pc:sldMk cId="0" sldId="262"/>
            <ac:grpSpMk id="4" creationId="{00000000-0000-0000-0000-000000000000}"/>
          </ac:grpSpMkLst>
        </pc:grpChg>
        <pc:grpChg chg="del">
          <ac:chgData name="Revekka N. Kontou" userId="S::rn.kontou@edu.cut.ac.cy::50a2821f-ed7f-4fd1-ba96-4dbc438f6a80" providerId="AD" clId="Web-{E9A4300F-EFBC-FE2A-56F6-F0926A7116B7}" dt="2024-11-18T17:37:18.673" v="1033"/>
          <ac:grpSpMkLst>
            <pc:docMk/>
            <pc:sldMk cId="0" sldId="262"/>
            <ac:grpSpMk id="8" creationId="{00000000-0000-0000-0000-000000000000}"/>
          </ac:grpSpMkLst>
        </pc:grpChg>
        <pc:picChg chg="mod">
          <ac:chgData name="Revekka N. Kontou" userId="S::rn.kontou@edu.cut.ac.cy::50a2821f-ed7f-4fd1-ba96-4dbc438f6a80" providerId="AD" clId="Web-{E9A4300F-EFBC-FE2A-56F6-F0926A7116B7}" dt="2024-11-18T18:10:12.866" v="1421" actId="1076"/>
          <ac:picMkLst>
            <pc:docMk/>
            <pc:sldMk cId="0" sldId="262"/>
            <ac:picMk id="5" creationId="{C4D2EBE9-8896-736A-E39A-86740F95138C}"/>
          </ac:picMkLst>
        </pc:picChg>
        <pc:picChg chg="mod">
          <ac:chgData name="Revekka N. Kontou" userId="S::rn.kontou@edu.cut.ac.cy::50a2821f-ed7f-4fd1-ba96-4dbc438f6a80" providerId="AD" clId="Web-{E9A4300F-EFBC-FE2A-56F6-F0926A7116B7}" dt="2024-11-18T18:10:14.617" v="1422" actId="1076"/>
          <ac:picMkLst>
            <pc:docMk/>
            <pc:sldMk cId="0" sldId="262"/>
            <ac:picMk id="8" creationId="{D00394BD-5522-3D80-F7F6-B4640A10F810}"/>
          </ac:picMkLst>
        </pc:picChg>
        <pc:picChg chg="add del mod">
          <ac:chgData name="Revekka N. Kontou" userId="S::rn.kontou@edu.cut.ac.cy::50a2821f-ed7f-4fd1-ba96-4dbc438f6a80" providerId="AD" clId="Web-{E9A4300F-EFBC-FE2A-56F6-F0926A7116B7}" dt="2024-11-18T17:42:13.900" v="1144"/>
          <ac:picMkLst>
            <pc:docMk/>
            <pc:sldMk cId="0" sldId="262"/>
            <ac:picMk id="14" creationId="{5D714124-31FA-98C7-7282-05A921050397}"/>
          </ac:picMkLst>
        </pc:picChg>
        <pc:picChg chg="add mod">
          <ac:chgData name="Revekka N. Kontou" userId="S::rn.kontou@edu.cut.ac.cy::50a2821f-ed7f-4fd1-ba96-4dbc438f6a80" providerId="AD" clId="Web-{E9A4300F-EFBC-FE2A-56F6-F0926A7116B7}" dt="2024-11-18T17:44:50.841" v="1175" actId="1076"/>
          <ac:picMkLst>
            <pc:docMk/>
            <pc:sldMk cId="0" sldId="262"/>
            <ac:picMk id="17" creationId="{F3FCEB9A-3F36-C159-D351-5A218725A73D}"/>
          </ac:picMkLst>
        </pc:picChg>
      </pc:sldChg>
      <pc:sldChg chg="addSp delSp modSp">
        <pc:chgData name="Revekka N. Kontou" userId="S::rn.kontou@edu.cut.ac.cy::50a2821f-ed7f-4fd1-ba96-4dbc438f6a80" providerId="AD" clId="Web-{E9A4300F-EFBC-FE2A-56F6-F0926A7116B7}" dt="2024-11-18T18:33:07.371" v="1592" actId="20577"/>
        <pc:sldMkLst>
          <pc:docMk/>
          <pc:sldMk cId="0" sldId="263"/>
        </pc:sldMkLst>
        <pc:spChg chg="del topLvl">
          <ac:chgData name="Revekka N. Kontou" userId="S::rn.kontou@edu.cut.ac.cy::50a2821f-ed7f-4fd1-ba96-4dbc438f6a80" providerId="AD" clId="Web-{E9A4300F-EFBC-FE2A-56F6-F0926A7116B7}" dt="2024-11-18T18:09:16.912" v="1409"/>
          <ac:spMkLst>
            <pc:docMk/>
            <pc:sldMk cId="0" sldId="263"/>
            <ac:spMk id="4" creationId="{00000000-0000-0000-0000-000000000000}"/>
          </ac:spMkLst>
        </pc:spChg>
        <pc:spChg chg="del topLvl">
          <ac:chgData name="Revekka N. Kontou" userId="S::rn.kontou@edu.cut.ac.cy::50a2821f-ed7f-4fd1-ba96-4dbc438f6a80" providerId="AD" clId="Web-{E9A4300F-EFBC-FE2A-56F6-F0926A7116B7}" dt="2024-11-18T18:09:13.959" v="1408"/>
          <ac:spMkLst>
            <pc:docMk/>
            <pc:sldMk cId="0" sldId="263"/>
            <ac:spMk id="5" creationId="{00000000-0000-0000-0000-000000000000}"/>
          </ac:spMkLst>
        </pc:spChg>
        <pc:spChg chg="del">
          <ac:chgData name="Revekka N. Kontou" userId="S::rn.kontou@edu.cut.ac.cy::50a2821f-ed7f-4fd1-ba96-4dbc438f6a80" providerId="AD" clId="Web-{E9A4300F-EFBC-FE2A-56F6-F0926A7116B7}" dt="2024-11-18T18:08:51.771" v="1403"/>
          <ac:spMkLst>
            <pc:docMk/>
            <pc:sldMk cId="0" sldId="263"/>
            <ac:spMk id="9" creationId="{00000000-0000-0000-0000-000000000000}"/>
          </ac:spMkLst>
        </pc:spChg>
        <pc:spChg chg="del">
          <ac:chgData name="Revekka N. Kontou" userId="S::rn.kontou@edu.cut.ac.cy::50a2821f-ed7f-4fd1-ba96-4dbc438f6a80" providerId="AD" clId="Web-{E9A4300F-EFBC-FE2A-56F6-F0926A7116B7}" dt="2024-11-18T18:08:53.380" v="1404"/>
          <ac:spMkLst>
            <pc:docMk/>
            <pc:sldMk cId="0" sldId="263"/>
            <ac:spMk id="10" creationId="{00000000-0000-0000-0000-000000000000}"/>
          </ac:spMkLst>
        </pc:spChg>
        <pc:spChg chg="del mod">
          <ac:chgData name="Revekka N. Kontou" userId="S::rn.kontou@edu.cut.ac.cy::50a2821f-ed7f-4fd1-ba96-4dbc438f6a80" providerId="AD" clId="Web-{E9A4300F-EFBC-FE2A-56F6-F0926A7116B7}" dt="2024-11-18T18:08:58.458" v="1407"/>
          <ac:spMkLst>
            <pc:docMk/>
            <pc:sldMk cId="0" sldId="263"/>
            <ac:spMk id="12" creationId="{00000000-0000-0000-0000-000000000000}"/>
          </ac:spMkLst>
        </pc:spChg>
        <pc:spChg chg="del">
          <ac:chgData name="Revekka N. Kontou" userId="S::rn.kontou@edu.cut.ac.cy::50a2821f-ed7f-4fd1-ba96-4dbc438f6a80" providerId="AD" clId="Web-{E9A4300F-EFBC-FE2A-56F6-F0926A7116B7}" dt="2024-11-18T18:09:20.006" v="1410"/>
          <ac:spMkLst>
            <pc:docMk/>
            <pc:sldMk cId="0" sldId="263"/>
            <ac:spMk id="14" creationId="{00000000-0000-0000-0000-000000000000}"/>
          </ac:spMkLst>
        </pc:spChg>
        <pc:spChg chg="add del">
          <ac:chgData name="Revekka N. Kontou" userId="S::rn.kontou@edu.cut.ac.cy::50a2821f-ed7f-4fd1-ba96-4dbc438f6a80" providerId="AD" clId="Web-{E9A4300F-EFBC-FE2A-56F6-F0926A7116B7}" dt="2024-11-18T18:09:33.709" v="1413"/>
          <ac:spMkLst>
            <pc:docMk/>
            <pc:sldMk cId="0" sldId="263"/>
            <ac:spMk id="15" creationId="{185F1EBA-61AB-83AD-10F6-69C824867DD1}"/>
          </ac:spMkLst>
        </pc:spChg>
        <pc:spChg chg="add mod">
          <ac:chgData name="Revekka N. Kontou" userId="S::rn.kontou@edu.cut.ac.cy::50a2821f-ed7f-4fd1-ba96-4dbc438f6a80" providerId="AD" clId="Web-{E9A4300F-EFBC-FE2A-56F6-F0926A7116B7}" dt="2024-11-18T18:33:07.371" v="1592" actId="20577"/>
          <ac:spMkLst>
            <pc:docMk/>
            <pc:sldMk cId="0" sldId="263"/>
            <ac:spMk id="17" creationId="{23B0E2C0-30E1-7902-2636-E5932AFD3D95}"/>
          </ac:spMkLst>
        </pc:spChg>
        <pc:spChg chg="mod">
          <ac:chgData name="Revekka N. Kontou" userId="S::rn.kontou@edu.cut.ac.cy::50a2821f-ed7f-4fd1-ba96-4dbc438f6a80" providerId="AD" clId="Web-{E9A4300F-EFBC-FE2A-56F6-F0926A7116B7}" dt="2024-11-18T18:10:35.164" v="1428" actId="14100"/>
          <ac:spMkLst>
            <pc:docMk/>
            <pc:sldMk cId="0" sldId="263"/>
            <ac:spMk id="18" creationId="{5975DCF3-5C4E-9F2F-171D-ED110C4A49BC}"/>
          </ac:spMkLst>
        </pc:spChg>
        <pc:grpChg chg="del">
          <ac:chgData name="Revekka N. Kontou" userId="S::rn.kontou@edu.cut.ac.cy::50a2821f-ed7f-4fd1-ba96-4dbc438f6a80" providerId="AD" clId="Web-{E9A4300F-EFBC-FE2A-56F6-F0926A7116B7}" dt="2024-11-18T18:09:13.959" v="1408"/>
          <ac:grpSpMkLst>
            <pc:docMk/>
            <pc:sldMk cId="0" sldId="263"/>
            <ac:grpSpMk id="3" creationId="{00000000-0000-0000-0000-000000000000}"/>
          </ac:grpSpMkLst>
        </pc:grpChg>
        <pc:grpChg chg="del">
          <ac:chgData name="Revekka N. Kontou" userId="S::rn.kontou@edu.cut.ac.cy::50a2821f-ed7f-4fd1-ba96-4dbc438f6a80" providerId="AD" clId="Web-{E9A4300F-EFBC-FE2A-56F6-F0926A7116B7}" dt="2024-11-18T18:09:24.490" v="1411"/>
          <ac:grpSpMkLst>
            <pc:docMk/>
            <pc:sldMk cId="0" sldId="263"/>
            <ac:grpSpMk id="6" creationId="{00000000-0000-0000-0000-000000000000}"/>
          </ac:grpSpMkLst>
        </pc:grpChg>
      </pc:sldChg>
      <pc:sldChg chg="delSp modSp">
        <pc:chgData name="Revekka N. Kontou" userId="S::rn.kontou@edu.cut.ac.cy::50a2821f-ed7f-4fd1-ba96-4dbc438f6a80" providerId="AD" clId="Web-{E9A4300F-EFBC-FE2A-56F6-F0926A7116B7}" dt="2024-11-18T18:25:47.938" v="1590"/>
        <pc:sldMkLst>
          <pc:docMk/>
          <pc:sldMk cId="0" sldId="270"/>
        </pc:sldMkLst>
        <pc:spChg chg="mod">
          <ac:chgData name="Revekka N. Kontou" userId="S::rn.kontou@edu.cut.ac.cy::50a2821f-ed7f-4fd1-ba96-4dbc438f6a80" providerId="AD" clId="Web-{E9A4300F-EFBC-FE2A-56F6-F0926A7116B7}" dt="2024-11-18T18:01:23.320" v="1334" actId="20577"/>
          <ac:spMkLst>
            <pc:docMk/>
            <pc:sldMk cId="0" sldId="270"/>
            <ac:spMk id="2" creationId="{00000000-0000-0000-0000-000000000000}"/>
          </ac:spMkLst>
        </pc:spChg>
        <pc:spChg chg="del">
          <ac:chgData name="Revekka N. Kontou" userId="S::rn.kontou@edu.cut.ac.cy::50a2821f-ed7f-4fd1-ba96-4dbc438f6a80" providerId="AD" clId="Web-{E9A4300F-EFBC-FE2A-56F6-F0926A7116B7}" dt="2024-11-18T18:25:47.938" v="1590"/>
          <ac:spMkLst>
            <pc:docMk/>
            <pc:sldMk cId="0" sldId="270"/>
            <ac:spMk id="4" creationId="{12807AE6-A8D8-3121-0B87-7B1A606EE8DC}"/>
          </ac:spMkLst>
        </pc:spChg>
        <pc:spChg chg="del">
          <ac:chgData name="Revekka N. Kontou" userId="S::rn.kontou@edu.cut.ac.cy::50a2821f-ed7f-4fd1-ba96-4dbc438f6a80" providerId="AD" clId="Web-{E9A4300F-EFBC-FE2A-56F6-F0926A7116B7}" dt="2024-11-18T18:25:46.219" v="1589"/>
          <ac:spMkLst>
            <pc:docMk/>
            <pc:sldMk cId="0" sldId="270"/>
            <ac:spMk id="5" creationId="{E80B6D5E-C7F3-C5A0-6CCF-78061CFB89A1}"/>
          </ac:spMkLst>
        </pc:spChg>
        <pc:spChg chg="del">
          <ac:chgData name="Revekka N. Kontou" userId="S::rn.kontou@edu.cut.ac.cy::50a2821f-ed7f-4fd1-ba96-4dbc438f6a80" providerId="AD" clId="Web-{E9A4300F-EFBC-FE2A-56F6-F0926A7116B7}" dt="2024-11-18T18:01:30.477" v="1337"/>
          <ac:spMkLst>
            <pc:docMk/>
            <pc:sldMk cId="0" sldId="270"/>
            <ac:spMk id="6" creationId="{C63613CC-898E-D8DB-97AD-8E03078911B9}"/>
          </ac:spMkLst>
        </pc:spChg>
        <pc:spChg chg="del">
          <ac:chgData name="Revekka N. Kontou" userId="S::rn.kontou@edu.cut.ac.cy::50a2821f-ed7f-4fd1-ba96-4dbc438f6a80" providerId="AD" clId="Web-{E9A4300F-EFBC-FE2A-56F6-F0926A7116B7}" dt="2024-11-18T18:01:24.383" v="1335"/>
          <ac:spMkLst>
            <pc:docMk/>
            <pc:sldMk cId="0" sldId="270"/>
            <ac:spMk id="7" creationId="{BE079632-ADC0-595E-A4C0-FEB31041033B}"/>
          </ac:spMkLst>
        </pc:spChg>
        <pc:spChg chg="del">
          <ac:chgData name="Revekka N. Kontou" userId="S::rn.kontou@edu.cut.ac.cy::50a2821f-ed7f-4fd1-ba96-4dbc438f6a80" providerId="AD" clId="Web-{E9A4300F-EFBC-FE2A-56F6-F0926A7116B7}" dt="2024-11-18T18:01:28.258" v="1336"/>
          <ac:spMkLst>
            <pc:docMk/>
            <pc:sldMk cId="0" sldId="270"/>
            <ac:spMk id="8" creationId="{5A04F572-B619-05B2-4673-24B96634E281}"/>
          </ac:spMkLst>
        </pc:spChg>
      </pc:sldChg>
    </pc:docChg>
  </pc:docChgLst>
  <pc:docChgLst>
    <pc:chgData name="Guest User" userId="S::urn:spo:anon#cf14897373987d8d25ffd406afd45bf639a357328f7effec4b49f6d8f880b08b::" providerId="AD" clId="Web-{9C05111C-0409-EF9B-3582-0270F78004C8}"/>
    <pc:docChg chg="addSld delSld modSld sldOrd">
      <pc:chgData name="Guest User" userId="S::urn:spo:anon#cf14897373987d8d25ffd406afd45bf639a357328f7effec4b49f6d8f880b08b::" providerId="AD" clId="Web-{9C05111C-0409-EF9B-3582-0270F78004C8}" dt="2024-11-18T18:38:19.875" v="291" actId="20577"/>
      <pc:docMkLst>
        <pc:docMk/>
      </pc:docMkLst>
      <pc:sldChg chg="addSp delSp modSp">
        <pc:chgData name="Guest User" userId="S::urn:spo:anon#cf14897373987d8d25ffd406afd45bf639a357328f7effec4b49f6d8f880b08b::" providerId="AD" clId="Web-{9C05111C-0409-EF9B-3582-0270F78004C8}" dt="2024-11-18T17:56:56.743" v="220"/>
        <pc:sldMkLst>
          <pc:docMk/>
          <pc:sldMk cId="0" sldId="256"/>
        </pc:sldMkLst>
        <pc:spChg chg="mod">
          <ac:chgData name="Guest User" userId="S::urn:spo:anon#cf14897373987d8d25ffd406afd45bf639a357328f7effec4b49f6d8f880b08b::" providerId="AD" clId="Web-{9C05111C-0409-EF9B-3582-0270F78004C8}" dt="2024-11-18T16:31:09.660" v="11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Guest User" userId="S::urn:spo:anon#cf14897373987d8d25ffd406afd45bf639a357328f7effec4b49f6d8f880b08b::" providerId="AD" clId="Web-{9C05111C-0409-EF9B-3582-0270F78004C8}" dt="2024-11-18T16:31:29.926" v="22" actId="1076"/>
          <ac:spMkLst>
            <pc:docMk/>
            <pc:sldMk cId="0" sldId="256"/>
            <ac:spMk id="3" creationId="{00000000-0000-0000-0000-000000000000}"/>
          </ac:spMkLst>
        </pc:spChg>
        <pc:spChg chg="del mod">
          <ac:chgData name="Guest User" userId="S::urn:spo:anon#cf14897373987d8d25ffd406afd45bf639a357328f7effec4b49f6d8f880b08b::" providerId="AD" clId="Web-{9C05111C-0409-EF9B-3582-0270F78004C8}" dt="2024-11-18T16:33:45.352" v="36"/>
          <ac:spMkLst>
            <pc:docMk/>
            <pc:sldMk cId="0" sldId="256"/>
            <ac:spMk id="4" creationId="{00000000-0000-0000-0000-000000000000}"/>
          </ac:spMkLst>
        </pc:spChg>
        <pc:spChg chg="mod">
          <ac:chgData name="Guest User" userId="S::urn:spo:anon#cf14897373987d8d25ffd406afd45bf639a357328f7effec4b49f6d8f880b08b::" providerId="AD" clId="Web-{9C05111C-0409-EF9B-3582-0270F78004C8}" dt="2024-11-18T16:31:25.848" v="20" actId="1076"/>
          <ac:spMkLst>
            <pc:docMk/>
            <pc:sldMk cId="0" sldId="256"/>
            <ac:spMk id="5" creationId="{00000000-0000-0000-0000-000000000000}"/>
          </ac:spMkLst>
        </pc:spChg>
        <pc:spChg chg="del mod">
          <ac:chgData name="Guest User" userId="S::urn:spo:anon#cf14897373987d8d25ffd406afd45bf639a357328f7effec4b49f6d8f880b08b::" providerId="AD" clId="Web-{9C05111C-0409-EF9B-3582-0270F78004C8}" dt="2024-11-18T16:31:25.020" v="18"/>
          <ac:spMkLst>
            <pc:docMk/>
            <pc:sldMk cId="0" sldId="256"/>
            <ac:spMk id="7" creationId="{00000000-0000-0000-0000-000000000000}"/>
          </ac:spMkLst>
        </pc:spChg>
        <pc:spChg chg="add mod">
          <ac:chgData name="Guest User" userId="S::urn:spo:anon#cf14897373987d8d25ffd406afd45bf639a357328f7effec4b49f6d8f880b08b::" providerId="AD" clId="Web-{9C05111C-0409-EF9B-3582-0270F78004C8}" dt="2024-11-18T16:36:50.232" v="47" actId="20577"/>
          <ac:spMkLst>
            <pc:docMk/>
            <pc:sldMk cId="0" sldId="256"/>
            <ac:spMk id="8" creationId="{54B996AC-082C-B13C-5983-78B7738AF014}"/>
          </ac:spMkLst>
        </pc:spChg>
        <pc:spChg chg="mod">
          <ac:chgData name="Guest User" userId="S::urn:spo:anon#cf14897373987d8d25ffd406afd45bf639a357328f7effec4b49f6d8f880b08b::" providerId="AD" clId="Web-{9C05111C-0409-EF9B-3582-0270F78004C8}" dt="2024-11-18T16:26:55.856" v="4" actId="20577"/>
          <ac:spMkLst>
            <pc:docMk/>
            <pc:sldMk cId="0" sldId="256"/>
            <ac:spMk id="8" creationId="{C2646387-9A15-6C8E-0E47-4FFD002C0449}"/>
          </ac:spMkLst>
        </pc:spChg>
        <pc:spChg chg="add mod">
          <ac:chgData name="Guest User" userId="S::urn:spo:anon#cf14897373987d8d25ffd406afd45bf639a357328f7effec4b49f6d8f880b08b::" providerId="AD" clId="Web-{9C05111C-0409-EF9B-3582-0270F78004C8}" dt="2024-11-18T16:36:35.341" v="43"/>
          <ac:spMkLst>
            <pc:docMk/>
            <pc:sldMk cId="0" sldId="256"/>
            <ac:spMk id="9" creationId="{6EBCB462-FE2E-9EC3-9E1E-43D28CE2F226}"/>
          </ac:spMkLst>
        </pc:spChg>
        <pc:spChg chg="add del">
          <ac:chgData name="Guest User" userId="S::urn:spo:anon#cf14897373987d8d25ffd406afd45bf639a357328f7effec4b49f6d8f880b08b::" providerId="AD" clId="Web-{9C05111C-0409-EF9B-3582-0270F78004C8}" dt="2024-11-18T17:35:40.285" v="80"/>
          <ac:spMkLst>
            <pc:docMk/>
            <pc:sldMk cId="0" sldId="256"/>
            <ac:spMk id="11" creationId="{F3A2C85B-4F3D-A51A-217D-13D6C2BE9593}"/>
          </ac:spMkLst>
        </pc:spChg>
        <pc:spChg chg="mod">
          <ac:chgData name="Guest User" userId="S::urn:spo:anon#cf14897373987d8d25ffd406afd45bf639a357328f7effec4b49f6d8f880b08b::" providerId="AD" clId="Web-{9C05111C-0409-EF9B-3582-0270F78004C8}" dt="2024-11-18T17:56:56.743" v="220"/>
          <ac:spMkLst>
            <pc:docMk/>
            <pc:sldMk cId="0" sldId="256"/>
            <ac:spMk id="20" creationId="{0463F6F6-E942-2F28-F6F4-5185061F3E53}"/>
          </ac:spMkLst>
        </pc:spChg>
      </pc:sldChg>
      <pc:sldChg chg="addSp delSp modSp">
        <pc:chgData name="Guest User" userId="S::urn:spo:anon#cf14897373987d8d25ffd406afd45bf639a357328f7effec4b49f6d8f880b08b::" providerId="AD" clId="Web-{9C05111C-0409-EF9B-3582-0270F78004C8}" dt="2024-11-18T18:25:45.135" v="262"/>
        <pc:sldMkLst>
          <pc:docMk/>
          <pc:sldMk cId="0" sldId="257"/>
        </pc:sldMkLst>
        <pc:spChg chg="add del mod">
          <ac:chgData name="Guest User" userId="S::urn:spo:anon#cf14897373987d8d25ffd406afd45bf639a357328f7effec4b49f6d8f880b08b::" providerId="AD" clId="Web-{9C05111C-0409-EF9B-3582-0270F78004C8}" dt="2024-11-18T18:25:45.135" v="262"/>
          <ac:spMkLst>
            <pc:docMk/>
            <pc:sldMk cId="0" sldId="257"/>
            <ac:spMk id="4" creationId="{A8527BEF-3176-ED27-EB3A-F5EABCC16F6D}"/>
          </ac:spMkLst>
        </pc:spChg>
        <pc:spChg chg="mod">
          <ac:chgData name="Guest User" userId="S::urn:spo:anon#cf14897373987d8d25ffd406afd45bf639a357328f7effec4b49f6d8f880b08b::" providerId="AD" clId="Web-{9C05111C-0409-EF9B-3582-0270F78004C8}" dt="2024-11-18T18:06:36.150" v="222" actId="20577"/>
          <ac:spMkLst>
            <pc:docMk/>
            <pc:sldMk cId="0" sldId="257"/>
            <ac:spMk id="36" creationId="{3A54393C-02EE-1C36-AE39-F849CCEBECBC}"/>
          </ac:spMkLst>
        </pc:spChg>
      </pc:sldChg>
      <pc:sldChg chg="addSp delSp modSp">
        <pc:chgData name="Guest User" userId="S::urn:spo:anon#cf14897373987d8d25ffd406afd45bf639a357328f7effec4b49f6d8f880b08b::" providerId="AD" clId="Web-{9C05111C-0409-EF9B-3582-0270F78004C8}" dt="2024-11-18T18:09:29.608" v="251" actId="14100"/>
        <pc:sldMkLst>
          <pc:docMk/>
          <pc:sldMk cId="0" sldId="258"/>
        </pc:sldMkLst>
        <pc:spChg chg="mod">
          <ac:chgData name="Guest User" userId="S::urn:spo:anon#cf14897373987d8d25ffd406afd45bf639a357328f7effec4b49f6d8f880b08b::" providerId="AD" clId="Web-{9C05111C-0409-EF9B-3582-0270F78004C8}" dt="2024-11-18T18:08:30.216" v="243" actId="20577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Guest User" userId="S::urn:spo:anon#cf14897373987d8d25ffd406afd45bf639a357328f7effec4b49f6d8f880b08b::" providerId="AD" clId="Web-{9C05111C-0409-EF9B-3582-0270F78004C8}" dt="2024-11-18T17:00:59.945" v="62"/>
          <ac:spMkLst>
            <pc:docMk/>
            <pc:sldMk cId="0" sldId="258"/>
            <ac:spMk id="7" creationId="{00000000-0000-0000-0000-000000000000}"/>
          </ac:spMkLst>
        </pc:spChg>
        <pc:spChg chg="del mod">
          <ac:chgData name="Guest User" userId="S::urn:spo:anon#cf14897373987d8d25ffd406afd45bf639a357328f7effec4b49f6d8f880b08b::" providerId="AD" clId="Web-{9C05111C-0409-EF9B-3582-0270F78004C8}" dt="2024-11-18T17:00:51.617" v="60"/>
          <ac:spMkLst>
            <pc:docMk/>
            <pc:sldMk cId="0" sldId="258"/>
            <ac:spMk id="8" creationId="{00000000-0000-0000-0000-000000000000}"/>
          </ac:spMkLst>
        </pc:spChg>
        <pc:spChg chg="mod">
          <ac:chgData name="Guest User" userId="S::urn:spo:anon#cf14897373987d8d25ffd406afd45bf639a357328f7effec4b49f6d8f880b08b::" providerId="AD" clId="Web-{9C05111C-0409-EF9B-3582-0270F78004C8}" dt="2024-11-18T18:09:29.608" v="251" actId="14100"/>
          <ac:spMkLst>
            <pc:docMk/>
            <pc:sldMk cId="0" sldId="258"/>
            <ac:spMk id="10" creationId="{00000000-0000-0000-0000-000000000000}"/>
          </ac:spMkLst>
        </pc:spChg>
        <pc:spChg chg="mod">
          <ac:chgData name="Guest User" userId="S::urn:spo:anon#cf14897373987d8d25ffd406afd45bf639a357328f7effec4b49f6d8f880b08b::" providerId="AD" clId="Web-{9C05111C-0409-EF9B-3582-0270F78004C8}" dt="2024-11-18T18:08:40.826" v="245" actId="20577"/>
          <ac:spMkLst>
            <pc:docMk/>
            <pc:sldMk cId="0" sldId="258"/>
            <ac:spMk id="18" creationId="{E0EC2BF9-BA8F-4A4F-854E-2C02D9797494}"/>
          </ac:spMkLst>
        </pc:spChg>
        <pc:grpChg chg="del mod">
          <ac:chgData name="Guest User" userId="S::urn:spo:anon#cf14897373987d8d25ffd406afd45bf639a357328f7effec4b49f6d8f880b08b::" providerId="AD" clId="Web-{9C05111C-0409-EF9B-3582-0270F78004C8}" dt="2024-11-18T17:01:05.086" v="65"/>
          <ac:grpSpMkLst>
            <pc:docMk/>
            <pc:sldMk cId="0" sldId="258"/>
            <ac:grpSpMk id="3" creationId="{00000000-0000-0000-0000-000000000000}"/>
          </ac:grpSpMkLst>
        </pc:grpChg>
        <pc:picChg chg="add mod">
          <ac:chgData name="Guest User" userId="S::urn:spo:anon#cf14897373987d8d25ffd406afd45bf639a357328f7effec4b49f6d8f880b08b::" providerId="AD" clId="Web-{9C05111C-0409-EF9B-3582-0270F78004C8}" dt="2024-11-18T17:01:13.602" v="68" actId="1076"/>
          <ac:picMkLst>
            <pc:docMk/>
            <pc:sldMk cId="0" sldId="258"/>
            <ac:picMk id="11" creationId="{5C10F389-3626-6D45-18F2-E0C691C8D738}"/>
          </ac:picMkLst>
        </pc:picChg>
      </pc:sldChg>
      <pc:sldChg chg="modSp">
        <pc:chgData name="Guest User" userId="S::urn:spo:anon#cf14897373987d8d25ffd406afd45bf639a357328f7effec4b49f6d8f880b08b::" providerId="AD" clId="Web-{9C05111C-0409-EF9B-3582-0270F78004C8}" dt="2024-11-18T17:40:10.168" v="126" actId="20577"/>
        <pc:sldMkLst>
          <pc:docMk/>
          <pc:sldMk cId="0" sldId="259"/>
        </pc:sldMkLst>
        <pc:spChg chg="mod">
          <ac:chgData name="Guest User" userId="S::urn:spo:anon#cf14897373987d8d25ffd406afd45bf639a357328f7effec4b49f6d8f880b08b::" providerId="AD" clId="Web-{9C05111C-0409-EF9B-3582-0270F78004C8}" dt="2024-11-18T17:40:10.168" v="126" actId="20577"/>
          <ac:spMkLst>
            <pc:docMk/>
            <pc:sldMk cId="0" sldId="259"/>
            <ac:spMk id="7" creationId="{00000000-0000-0000-0000-000000000000}"/>
          </ac:spMkLst>
        </pc:spChg>
      </pc:sldChg>
      <pc:sldChg chg="addSp modSp">
        <pc:chgData name="Guest User" userId="S::urn:spo:anon#cf14897373987d8d25ffd406afd45bf639a357328f7effec4b49f6d8f880b08b::" providerId="AD" clId="Web-{9C05111C-0409-EF9B-3582-0270F78004C8}" dt="2024-11-18T18:32:35.225" v="279" actId="20577"/>
        <pc:sldMkLst>
          <pc:docMk/>
          <pc:sldMk cId="0" sldId="260"/>
        </pc:sldMkLst>
        <pc:spChg chg="mod">
          <ac:chgData name="Guest User" userId="S::urn:spo:anon#cf14897373987d8d25ffd406afd45bf639a357328f7effec4b49f6d8f880b08b::" providerId="AD" clId="Web-{9C05111C-0409-EF9B-3582-0270F78004C8}" dt="2024-11-18T18:32:35.225" v="279" actId="20577"/>
          <ac:spMkLst>
            <pc:docMk/>
            <pc:sldMk cId="0" sldId="260"/>
            <ac:spMk id="13" creationId="{B2B13D01-789C-209F-981A-C3B32C72F0F3}"/>
          </ac:spMkLst>
        </pc:spChg>
        <pc:spChg chg="mod">
          <ac:chgData name="Guest User" userId="S::urn:spo:anon#cf14897373987d8d25ffd406afd45bf639a357328f7effec4b49f6d8f880b08b::" providerId="AD" clId="Web-{9C05111C-0409-EF9B-3582-0270F78004C8}" dt="2024-11-18T17:44:31.488" v="154" actId="1076"/>
          <ac:spMkLst>
            <pc:docMk/>
            <pc:sldMk cId="0" sldId="260"/>
            <ac:spMk id="19" creationId="{00000000-0000-0000-0000-000000000000}"/>
          </ac:spMkLst>
        </pc:spChg>
        <pc:picChg chg="mod">
          <ac:chgData name="Guest User" userId="S::urn:spo:anon#cf14897373987d8d25ffd406afd45bf639a357328f7effec4b49f6d8f880b08b::" providerId="AD" clId="Web-{9C05111C-0409-EF9B-3582-0270F78004C8}" dt="2024-11-18T17:44:34.801" v="155" actId="14100"/>
          <ac:picMkLst>
            <pc:docMk/>
            <pc:sldMk cId="0" sldId="260"/>
            <ac:picMk id="9" creationId="{93795A47-E882-97BC-803E-934675E4BCC6}"/>
          </ac:picMkLst>
        </pc:picChg>
        <pc:picChg chg="add mod">
          <ac:chgData name="Guest User" userId="S::urn:spo:anon#cf14897373987d8d25ffd406afd45bf639a357328f7effec4b49f6d8f880b08b::" providerId="AD" clId="Web-{9C05111C-0409-EF9B-3582-0270F78004C8}" dt="2024-11-18T17:44:28.566" v="153" actId="14100"/>
          <ac:picMkLst>
            <pc:docMk/>
            <pc:sldMk cId="0" sldId="260"/>
            <ac:picMk id="14" creationId="{EB279012-E379-195E-7B84-291403D60C5B}"/>
          </ac:picMkLst>
        </pc:picChg>
      </pc:sldChg>
      <pc:sldChg chg="addSp delSp modSp">
        <pc:chgData name="Guest User" userId="S::urn:spo:anon#cf14897373987d8d25ffd406afd45bf639a357328f7effec4b49f6d8f880b08b::" providerId="AD" clId="Web-{9C05111C-0409-EF9B-3582-0270F78004C8}" dt="2024-11-18T18:27:39.779" v="272" actId="1076"/>
        <pc:sldMkLst>
          <pc:docMk/>
          <pc:sldMk cId="0" sldId="261"/>
        </pc:sldMkLst>
        <pc:spChg chg="mod">
          <ac:chgData name="Guest User" userId="S::urn:spo:anon#cf14897373987d8d25ffd406afd45bf639a357328f7effec4b49f6d8f880b08b::" providerId="AD" clId="Web-{9C05111C-0409-EF9B-3582-0270F78004C8}" dt="2024-11-18T18:27:39.779" v="272" actId="1076"/>
          <ac:spMkLst>
            <pc:docMk/>
            <pc:sldMk cId="0" sldId="261"/>
            <ac:spMk id="5" creationId="{D1A09FD8-B83E-4622-05E6-FA2C39346AE2}"/>
          </ac:spMkLst>
        </pc:spChg>
        <pc:spChg chg="mod">
          <ac:chgData name="Guest User" userId="S::urn:spo:anon#cf14897373987d8d25ffd406afd45bf639a357328f7effec4b49f6d8f880b08b::" providerId="AD" clId="Web-{9C05111C-0409-EF9B-3582-0270F78004C8}" dt="2024-11-18T18:07:53.777" v="237" actId="20577"/>
          <ac:spMkLst>
            <pc:docMk/>
            <pc:sldMk cId="0" sldId="261"/>
            <ac:spMk id="8" creationId="{00000000-0000-0000-0000-000000000000}"/>
          </ac:spMkLst>
        </pc:spChg>
        <pc:spChg chg="mod">
          <ac:chgData name="Guest User" userId="S::urn:spo:anon#cf14897373987d8d25ffd406afd45bf639a357328f7effec4b49f6d8f880b08b::" providerId="AD" clId="Web-{9C05111C-0409-EF9B-3582-0270F78004C8}" dt="2024-11-18T17:42:40.704" v="133" actId="14100"/>
          <ac:spMkLst>
            <pc:docMk/>
            <pc:sldMk cId="0" sldId="261"/>
            <ac:spMk id="9" creationId="{00000000-0000-0000-0000-000000000000}"/>
          </ac:spMkLst>
        </pc:spChg>
        <pc:spChg chg="add del mod">
          <ac:chgData name="Guest User" userId="S::urn:spo:anon#cf14897373987d8d25ffd406afd45bf639a357328f7effec4b49f6d8f880b08b::" providerId="AD" clId="Web-{9C05111C-0409-EF9B-3582-0270F78004C8}" dt="2024-11-18T17:44:41.676" v="158"/>
          <ac:spMkLst>
            <pc:docMk/>
            <pc:sldMk cId="0" sldId="261"/>
            <ac:spMk id="11" creationId="{589B08C0-D909-4C5E-F83B-6732029497D3}"/>
          </ac:spMkLst>
        </pc:spChg>
        <pc:spChg chg="add mod">
          <ac:chgData name="Guest User" userId="S::urn:spo:anon#cf14897373987d8d25ffd406afd45bf639a357328f7effec4b49f6d8f880b08b::" providerId="AD" clId="Web-{9C05111C-0409-EF9B-3582-0270F78004C8}" dt="2024-11-18T18:24:39.587" v="261" actId="1076"/>
          <ac:spMkLst>
            <pc:docMk/>
            <pc:sldMk cId="0" sldId="261"/>
            <ac:spMk id="13" creationId="{38C0AFA2-369C-6EA8-C60B-C3F5B3653657}"/>
          </ac:spMkLst>
        </pc:spChg>
        <pc:picChg chg="mod">
          <ac:chgData name="Guest User" userId="S::urn:spo:anon#cf14897373987d8d25ffd406afd45bf639a357328f7effec4b49f6d8f880b08b::" providerId="AD" clId="Web-{9C05111C-0409-EF9B-3582-0270F78004C8}" dt="2024-11-18T18:27:34.076" v="271" actId="14100"/>
          <ac:picMkLst>
            <pc:docMk/>
            <pc:sldMk cId="0" sldId="261"/>
            <ac:picMk id="3" creationId="{D2E04462-7700-072A-4F66-613263E74F04}"/>
          </ac:picMkLst>
        </pc:picChg>
        <pc:picChg chg="del">
          <ac:chgData name="Guest User" userId="S::urn:spo:anon#cf14897373987d8d25ffd406afd45bf639a357328f7effec4b49f6d8f880b08b::" providerId="AD" clId="Web-{9C05111C-0409-EF9B-3582-0270F78004C8}" dt="2024-11-18T17:44:03.237" v="144"/>
          <ac:picMkLst>
            <pc:docMk/>
            <pc:sldMk cId="0" sldId="261"/>
            <ac:picMk id="10" creationId="{905CAF84-0C6B-5D1C-D8DD-ED10B6D7B60A}"/>
          </ac:picMkLst>
        </pc:picChg>
      </pc:sldChg>
      <pc:sldChg chg="addSp modSp">
        <pc:chgData name="Guest User" userId="S::urn:spo:anon#cf14897373987d8d25ffd406afd45bf639a357328f7effec4b49f6d8f880b08b::" providerId="AD" clId="Web-{9C05111C-0409-EF9B-3582-0270F78004C8}" dt="2024-11-18T17:48:43.214" v="177" actId="14100"/>
        <pc:sldMkLst>
          <pc:docMk/>
          <pc:sldMk cId="0" sldId="262"/>
        </pc:sldMkLst>
        <pc:spChg chg="add mod">
          <ac:chgData name="Guest User" userId="S::urn:spo:anon#cf14897373987d8d25ffd406afd45bf639a357328f7effec4b49f6d8f880b08b::" providerId="AD" clId="Web-{9C05111C-0409-EF9B-3582-0270F78004C8}" dt="2024-11-18T17:48:43.214" v="177" actId="14100"/>
          <ac:spMkLst>
            <pc:docMk/>
            <pc:sldMk cId="0" sldId="262"/>
            <ac:spMk id="18" creationId="{DD3F9E04-7C81-8A5C-B897-F6634BC4A3A7}"/>
          </ac:spMkLst>
        </pc:spChg>
      </pc:sldChg>
      <pc:sldChg chg="delSp">
        <pc:chgData name="Guest User" userId="S::urn:spo:anon#cf14897373987d8d25ffd406afd45bf639a357328f7effec4b49f6d8f880b08b::" providerId="AD" clId="Web-{9C05111C-0409-EF9B-3582-0270F78004C8}" dt="2024-11-18T17:51:54.407" v="202"/>
        <pc:sldMkLst>
          <pc:docMk/>
          <pc:sldMk cId="0" sldId="266"/>
        </pc:sldMkLst>
        <pc:spChg chg="del">
          <ac:chgData name="Guest User" userId="S::urn:spo:anon#cf14897373987d8d25ffd406afd45bf639a357328f7effec4b49f6d8f880b08b::" providerId="AD" clId="Web-{9C05111C-0409-EF9B-3582-0270F78004C8}" dt="2024-11-18T17:51:54.407" v="202"/>
          <ac:spMkLst>
            <pc:docMk/>
            <pc:sldMk cId="0" sldId="266"/>
            <ac:spMk id="6" creationId="{00000000-0000-0000-0000-000000000000}"/>
          </ac:spMkLst>
        </pc:spChg>
        <pc:spChg chg="del">
          <ac:chgData name="Guest User" userId="S::urn:spo:anon#cf14897373987d8d25ffd406afd45bf639a357328f7effec4b49f6d8f880b08b::" providerId="AD" clId="Web-{9C05111C-0409-EF9B-3582-0270F78004C8}" dt="2024-11-18T17:51:32.078" v="197"/>
          <ac:spMkLst>
            <pc:docMk/>
            <pc:sldMk cId="0" sldId="266"/>
            <ac:spMk id="7" creationId="{00000000-0000-0000-0000-000000000000}"/>
          </ac:spMkLst>
        </pc:spChg>
      </pc:sldChg>
      <pc:sldChg chg="delSp">
        <pc:chgData name="Guest User" userId="S::urn:spo:anon#cf14897373987d8d25ffd406afd45bf639a357328f7effec4b49f6d8f880b08b::" providerId="AD" clId="Web-{9C05111C-0409-EF9B-3582-0270F78004C8}" dt="2024-11-18T17:52:28.001" v="208"/>
        <pc:sldMkLst>
          <pc:docMk/>
          <pc:sldMk cId="0" sldId="267"/>
        </pc:sldMkLst>
        <pc:spChg chg="del">
          <ac:chgData name="Guest User" userId="S::urn:spo:anon#cf14897373987d8d25ffd406afd45bf639a357328f7effec4b49f6d8f880b08b::" providerId="AD" clId="Web-{9C05111C-0409-EF9B-3582-0270F78004C8}" dt="2024-11-18T17:52:28.001" v="208"/>
          <ac:spMkLst>
            <pc:docMk/>
            <pc:sldMk cId="0" sldId="267"/>
            <ac:spMk id="7" creationId="{00000000-0000-0000-0000-000000000000}"/>
          </ac:spMkLst>
        </pc:spChg>
      </pc:sldChg>
      <pc:sldChg chg="addSp delSp modSp mod ord setBg">
        <pc:chgData name="Guest User" userId="S::urn:spo:anon#cf14897373987d8d25ffd406afd45bf639a357328f7effec4b49f6d8f880b08b::" providerId="AD" clId="Web-{9C05111C-0409-EF9B-3582-0270F78004C8}" dt="2024-11-18T18:38:19.875" v="291" actId="20577"/>
        <pc:sldMkLst>
          <pc:docMk/>
          <pc:sldMk cId="0" sldId="270"/>
        </pc:sldMkLst>
        <pc:spChg chg="mod">
          <ac:chgData name="Guest User" userId="S::urn:spo:anon#cf14897373987d8d25ffd406afd45bf639a357328f7effec4b49f6d8f880b08b::" providerId="AD" clId="Web-{9C05111C-0409-EF9B-3582-0270F78004C8}" dt="2024-11-18T18:36:21.309" v="285"/>
          <ac:spMkLst>
            <pc:docMk/>
            <pc:sldMk cId="0" sldId="270"/>
            <ac:spMk id="2" creationId="{00000000-0000-0000-0000-000000000000}"/>
          </ac:spMkLst>
        </pc:spChg>
        <pc:spChg chg="del mod">
          <ac:chgData name="Guest User" userId="S::urn:spo:anon#cf14897373987d8d25ffd406afd45bf639a357328f7effec4b49f6d8f880b08b::" providerId="AD" clId="Web-{9C05111C-0409-EF9B-3582-0270F78004C8}" dt="2024-11-18T17:48:12.479" v="174"/>
          <ac:spMkLst>
            <pc:docMk/>
            <pc:sldMk cId="0" sldId="270"/>
            <ac:spMk id="3" creationId="{00000000-0000-0000-0000-000000000000}"/>
          </ac:spMkLst>
        </pc:spChg>
        <pc:spChg chg="mod">
          <ac:chgData name="Guest User" userId="S::urn:spo:anon#cf14897373987d8d25ffd406afd45bf639a357328f7effec4b49f6d8f880b08b::" providerId="AD" clId="Web-{9C05111C-0409-EF9B-3582-0270F78004C8}" dt="2024-11-18T18:38:19.875" v="291" actId="20577"/>
          <ac:spMkLst>
            <pc:docMk/>
            <pc:sldMk cId="0" sldId="270"/>
            <ac:spMk id="3" creationId="{807081A3-7003-B645-9CF8-CBB921AC4914}"/>
          </ac:spMkLst>
        </pc:spChg>
        <pc:spChg chg="del">
          <ac:chgData name="Guest User" userId="S::urn:spo:anon#cf14897373987d8d25ffd406afd45bf639a357328f7effec4b49f6d8f880b08b::" providerId="AD" clId="Web-{9C05111C-0409-EF9B-3582-0270F78004C8}" dt="2024-11-18T17:48:19.338" v="175"/>
          <ac:spMkLst>
            <pc:docMk/>
            <pc:sldMk cId="0" sldId="270"/>
            <ac:spMk id="4" creationId="{00000000-0000-0000-0000-000000000000}"/>
          </ac:spMkLst>
        </pc:spChg>
        <pc:spChg chg="add mod">
          <ac:chgData name="Guest User" userId="S::urn:spo:anon#cf14897373987d8d25ffd406afd45bf639a357328f7effec4b49f6d8f880b08b::" providerId="AD" clId="Web-{9C05111C-0409-EF9B-3582-0270F78004C8}" dt="2024-11-18T18:24:16.680" v="255" actId="1076"/>
          <ac:spMkLst>
            <pc:docMk/>
            <pc:sldMk cId="0" sldId="270"/>
            <ac:spMk id="4" creationId="{12807AE6-A8D8-3121-0B87-7B1A606EE8DC}"/>
          </ac:spMkLst>
        </pc:spChg>
        <pc:spChg chg="del mod">
          <ac:chgData name="Guest User" userId="S::urn:spo:anon#cf14897373987d8d25ffd406afd45bf639a357328f7effec4b49f6d8f880b08b::" providerId="AD" clId="Web-{9C05111C-0409-EF9B-3582-0270F78004C8}" dt="2024-11-18T17:48:57.089" v="181"/>
          <ac:spMkLst>
            <pc:docMk/>
            <pc:sldMk cId="0" sldId="270"/>
            <ac:spMk id="5" creationId="{00000000-0000-0000-0000-000000000000}"/>
          </ac:spMkLst>
        </pc:spChg>
        <pc:spChg chg="add mod">
          <ac:chgData name="Guest User" userId="S::urn:spo:anon#cf14897373987d8d25ffd406afd45bf639a357328f7effec4b49f6d8f880b08b::" providerId="AD" clId="Web-{9C05111C-0409-EF9B-3582-0270F78004C8}" dt="2024-11-18T18:24:25.649" v="257" actId="1076"/>
          <ac:spMkLst>
            <pc:docMk/>
            <pc:sldMk cId="0" sldId="270"/>
            <ac:spMk id="5" creationId="{E80B6D5E-C7F3-C5A0-6CCF-78061CFB89A1}"/>
          </ac:spMkLst>
        </pc:spChg>
        <pc:spChg chg="add mod">
          <ac:chgData name="Guest User" userId="S::urn:spo:anon#cf14897373987d8d25ffd406afd45bf639a357328f7effec4b49f6d8f880b08b::" providerId="AD" clId="Web-{9C05111C-0409-EF9B-3582-0270F78004C8}" dt="2024-11-18T17:51:50.391" v="201" actId="1076"/>
          <ac:spMkLst>
            <pc:docMk/>
            <pc:sldMk cId="0" sldId="270"/>
            <ac:spMk id="6" creationId="{C63613CC-898E-D8DB-97AD-8E03078911B9}"/>
          </ac:spMkLst>
        </pc:spChg>
        <pc:spChg chg="add mod">
          <ac:chgData name="Guest User" userId="S::urn:spo:anon#cf14897373987d8d25ffd406afd45bf639a357328f7effec4b49f6d8f880b08b::" providerId="AD" clId="Web-{9C05111C-0409-EF9B-3582-0270F78004C8}" dt="2024-11-18T17:52:10.204" v="207" actId="14100"/>
          <ac:spMkLst>
            <pc:docMk/>
            <pc:sldMk cId="0" sldId="270"/>
            <ac:spMk id="7" creationId="{BE079632-ADC0-595E-A4C0-FEB31041033B}"/>
          </ac:spMkLst>
        </pc:spChg>
        <pc:spChg chg="add mod ord">
          <ac:chgData name="Guest User" userId="S::urn:spo:anon#cf14897373987d8d25ffd406afd45bf639a357328f7effec4b49f6d8f880b08b::" providerId="AD" clId="Web-{9C05111C-0409-EF9B-3582-0270F78004C8}" dt="2024-11-18T17:52:57.315" v="212" actId="14100"/>
          <ac:spMkLst>
            <pc:docMk/>
            <pc:sldMk cId="0" sldId="270"/>
            <ac:spMk id="8" creationId="{5A04F572-B619-05B2-4673-24B96634E281}"/>
          </ac:spMkLst>
        </pc:spChg>
        <pc:spChg chg="ord">
          <ac:chgData name="Guest User" userId="S::urn:spo:anon#cf14897373987d8d25ffd406afd45bf639a357328f7effec4b49f6d8f880b08b::" providerId="AD" clId="Web-{9C05111C-0409-EF9B-3582-0270F78004C8}" dt="2024-11-18T18:36:21.309" v="285"/>
          <ac:spMkLst>
            <pc:docMk/>
            <pc:sldMk cId="0" sldId="270"/>
            <ac:spMk id="10" creationId="{C7E91067-48C1-0DD9-C57D-81FC838DA4D8}"/>
          </ac:spMkLst>
        </pc:spChg>
        <pc:spChg chg="add">
          <ac:chgData name="Guest User" userId="S::urn:spo:anon#cf14897373987d8d25ffd406afd45bf639a357328f7effec4b49f6d8f880b08b::" providerId="AD" clId="Web-{9C05111C-0409-EF9B-3582-0270F78004C8}" dt="2024-11-18T18:36:21.309" v="285"/>
          <ac:spMkLst>
            <pc:docMk/>
            <pc:sldMk cId="0" sldId="270"/>
            <ac:spMk id="15" creationId="{D009D6D5-DAC2-4A8B-A17A-E206B9012D09}"/>
          </ac:spMkLst>
        </pc:spChg>
        <pc:picChg chg="add mod">
          <ac:chgData name="Guest User" userId="S::urn:spo:anon#cf14897373987d8d25ffd406afd45bf639a357328f7effec4b49f6d8f880b08b::" providerId="AD" clId="Web-{9C05111C-0409-EF9B-3582-0270F78004C8}" dt="2024-11-18T18:36:21.309" v="285"/>
          <ac:picMkLst>
            <pc:docMk/>
            <pc:sldMk cId="0" sldId="270"/>
            <ac:picMk id="9" creationId="{E0EF7E71-61F2-49D9-90C6-4C0B26C4EB2B}"/>
          </ac:picMkLst>
        </pc:picChg>
      </pc:sldChg>
      <pc:sldChg chg="new del">
        <pc:chgData name="Guest User" userId="S::urn:spo:anon#cf14897373987d8d25ffd406afd45bf639a357328f7effec4b49f6d8f880b08b::" providerId="AD" clId="Web-{9C05111C-0409-EF9B-3582-0270F78004C8}" dt="2024-11-18T17:46:23.054" v="169"/>
        <pc:sldMkLst>
          <pc:docMk/>
          <pc:sldMk cId="2778914002" sldId="2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C977ED-4370-4B9B-896C-D895C56E2257}" type="datetimeFigureOut">
              <a:rPr lang="en-CY" smtClean="0"/>
              <a:t>25/11/2024</a:t>
            </a:fld>
            <a:endParaRPr lang="en-C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9A190F-3C7C-41DA-9F78-1ECC6DC58871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2259095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https://tinyurl.com/2ht5p9xv</a:t>
            </a:r>
            <a:endParaRPr lang="en-C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9A190F-3C7C-41DA-9F78-1ECC6DC58871}" type="slidenum">
              <a:rPr lang="en-CY" smtClean="0"/>
              <a:t>1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21869087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9A190F-3C7C-41DA-9F78-1ECC6DC58871}" type="slidenum">
              <a:rPr lang="en-CY" smtClean="0"/>
              <a:t>8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3396258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16.jpeg"/><Relationship Id="rId7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2">
            <a:extLst>
              <a:ext uri="{FF2B5EF4-FFF2-40B4-BE49-F238E27FC236}">
                <a16:creationId xmlns:a16="http://schemas.microsoft.com/office/drawing/2014/main" id="{659EC568-49F2-87D0-A7F6-741C1EC3224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 lIns="91440" tIns="45720" rIns="91440" bIns="45720" anchor="t"/>
          <a:lstStyle/>
          <a:p>
            <a:endParaRPr lang="en-US" strike="sngStrike">
              <a:cs typeface="Calibri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6595310" y="3786174"/>
            <a:ext cx="5097379" cy="3924154"/>
          </a:xfrm>
          <a:custGeom>
            <a:avLst/>
            <a:gdLst/>
            <a:ahLst/>
            <a:cxnLst/>
            <a:rect l="l" t="t" r="r" b="b"/>
            <a:pathLst>
              <a:path w="3726231" h="3014860">
                <a:moveTo>
                  <a:pt x="0" y="0"/>
                </a:moveTo>
                <a:lnTo>
                  <a:pt x="3726232" y="0"/>
                </a:lnTo>
                <a:lnTo>
                  <a:pt x="3726232" y="3014860"/>
                </a:lnTo>
                <a:lnTo>
                  <a:pt x="0" y="30148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Y"/>
          </a:p>
        </p:txBody>
      </p:sp>
      <p:sp>
        <p:nvSpPr>
          <p:cNvPr id="7" name="TextBox 7"/>
          <p:cNvSpPr txBox="1"/>
          <p:nvPr/>
        </p:nvSpPr>
        <p:spPr>
          <a:xfrm>
            <a:off x="3656378" y="6093570"/>
            <a:ext cx="8864975" cy="5839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88"/>
              </a:lnSpc>
            </a:pPr>
            <a:endParaRPr lang="en-US" sz="5600">
              <a:solidFill>
                <a:srgbClr val="FFFFFF"/>
              </a:solidFill>
              <a:latin typeface="RQND Pro"/>
              <a:ea typeface="RQND Pro"/>
              <a:cs typeface="RQND Pr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BCB462-FE2E-9EC3-9E1E-43D28CE2F226}"/>
              </a:ext>
            </a:extLst>
          </p:cNvPr>
          <p:cNvSpPr txBox="1"/>
          <p:nvPr/>
        </p:nvSpPr>
        <p:spPr>
          <a:xfrm>
            <a:off x="1954530" y="389021"/>
            <a:ext cx="14378940" cy="24538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9659"/>
              </a:lnSpc>
            </a:pPr>
            <a:r>
              <a:rPr lang="en-US" sz="7200" b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RQND Pro"/>
              </a:rPr>
              <a:t>The Impact of Virtual Reality on Modern Education</a:t>
            </a:r>
            <a:endParaRPr lang="en-US" sz="7200" b="1">
              <a:ln w="13462">
                <a:solidFill>
                  <a:prstClr val="white"/>
                </a:solidFill>
                <a:prstDash val="solid"/>
              </a:ln>
              <a:solidFill>
                <a:schemeClr val="bg1"/>
              </a:solidFill>
              <a:effectLst>
                <a:outerShdw dist="38100" dir="2700000" algn="bl" rotWithShape="0">
                  <a:srgbClr val="4BACC6"/>
                </a:outerShdw>
              </a:effectLst>
              <a:latin typeface="RQND Pr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B996AC-082C-B13C-5983-78B7738AF014}"/>
              </a:ext>
            </a:extLst>
          </p:cNvPr>
          <p:cNvSpPr txBox="1"/>
          <p:nvPr/>
        </p:nvSpPr>
        <p:spPr>
          <a:xfrm>
            <a:off x="3959353" y="8927290"/>
            <a:ext cx="11201400" cy="12099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9659"/>
              </a:lnSpc>
            </a:pPr>
            <a:r>
              <a:rPr lang="en-US" sz="7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RQND Pro"/>
              </a:rPr>
              <a:t>Survey – </a:t>
            </a:r>
            <a:r>
              <a:rPr lang="en-US" sz="72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RQND Pro"/>
              </a:rPr>
              <a:t>BaseD</a:t>
            </a:r>
            <a:r>
              <a:rPr lang="en-US" sz="7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RQND Pro"/>
              </a:rPr>
              <a:t> Insights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63F6F6-E942-2F28-F6F4-5185061F3E53}"/>
              </a:ext>
            </a:extLst>
          </p:cNvPr>
          <p:cNvSpPr txBox="1"/>
          <p:nvPr/>
        </p:nvSpPr>
        <p:spPr>
          <a:xfrm>
            <a:off x="142606" y="7685297"/>
            <a:ext cx="4267200" cy="255454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000" u="sng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QND Pro"/>
              </a:rPr>
              <a:t>Class</a:t>
            </a:r>
            <a:r>
              <a:rPr lang="en-US" sz="200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QND Pro"/>
              </a:rPr>
              <a:t>: LCE - 115.3</a:t>
            </a:r>
          </a:p>
          <a:p>
            <a:pPr algn="just"/>
            <a:r>
              <a:rPr lang="en-US" sz="2000" u="sng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QND Pro"/>
              </a:rPr>
              <a:t>Lecturer</a:t>
            </a:r>
            <a:r>
              <a:rPr lang="en-US" sz="200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QND Pro"/>
              </a:rPr>
              <a:t>: Dimitrios </a:t>
            </a:r>
            <a:r>
              <a:rPr lang="en-US" sz="200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QND Pro"/>
              </a:rPr>
              <a:t>Boglou</a:t>
            </a:r>
            <a:endParaRPr lang="en-US" sz="200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RQND Pro"/>
            </a:endParaRPr>
          </a:p>
          <a:p>
            <a:pPr algn="just"/>
            <a:endParaRPr lang="en-US" sz="200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RQND Pro"/>
            </a:endParaRPr>
          </a:p>
          <a:p>
            <a:pPr algn="just"/>
            <a:r>
              <a:rPr lang="en-US" sz="200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QND Pro"/>
              </a:rPr>
              <a:t>Stelios </a:t>
            </a:r>
            <a:r>
              <a:rPr lang="en-US" sz="200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QND Pro"/>
              </a:rPr>
              <a:t>Farmakas</a:t>
            </a:r>
            <a:r>
              <a:rPr lang="en-US" sz="200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QND Pro"/>
              </a:rPr>
              <a:t> – 30833</a:t>
            </a:r>
            <a:endParaRPr lang="en-US" sz="200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Calibri"/>
            </a:endParaRPr>
          </a:p>
          <a:p>
            <a:pPr algn="just"/>
            <a:r>
              <a:rPr lang="en-US" sz="200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QND Pro"/>
              </a:rPr>
              <a:t>Nikolas Kokkinos - 30623</a:t>
            </a:r>
          </a:p>
          <a:p>
            <a:pPr algn="just"/>
            <a:r>
              <a:rPr lang="en-US" sz="200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QND Pro"/>
              </a:rPr>
              <a:t>George Karyos - 30738</a:t>
            </a:r>
          </a:p>
          <a:p>
            <a:pPr algn="just"/>
            <a:r>
              <a:rPr lang="en-US" sz="200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QND Pro"/>
              </a:rPr>
              <a:t>Revekka Kontou - 33350</a:t>
            </a:r>
          </a:p>
          <a:p>
            <a:pPr algn="just"/>
            <a:r>
              <a:rPr lang="en-US" sz="200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RQND Pro"/>
              </a:rPr>
              <a:t>Demetris Chambi – 30727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CY"/>
          </a:p>
        </p:txBody>
      </p:sp>
      <p:grpSp>
        <p:nvGrpSpPr>
          <p:cNvPr id="28" name="Group 28"/>
          <p:cNvGrpSpPr/>
          <p:nvPr/>
        </p:nvGrpSpPr>
        <p:grpSpPr>
          <a:xfrm>
            <a:off x="6916406" y="5148614"/>
            <a:ext cx="5716565" cy="3579528"/>
            <a:chOff x="0" y="-192881"/>
            <a:chExt cx="4114800" cy="2100485"/>
          </a:xfrm>
        </p:grpSpPr>
        <p:sp>
          <p:nvSpPr>
            <p:cNvPr id="31" name="TextBox 31"/>
            <p:cNvSpPr txBox="1"/>
            <p:nvPr/>
          </p:nvSpPr>
          <p:spPr>
            <a:xfrm>
              <a:off x="0" y="-192881"/>
              <a:ext cx="4114800" cy="21004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22668" y="559811"/>
              <a:ext cx="3069464" cy="4103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86"/>
                </a:lnSpc>
              </a:pPr>
              <a:endParaRPr lang="en-US" sz="2273" spc="18">
                <a:solidFill>
                  <a:srgbClr val="A036BB"/>
                </a:solidFill>
                <a:latin typeface="Tomorrow"/>
                <a:ea typeface="Tomorrow"/>
                <a:cs typeface="Tomorrow"/>
                <a:sym typeface="Tomorrow"/>
              </a:endParaRPr>
            </a:p>
          </p:txBody>
        </p:sp>
      </p:grpSp>
      <p:sp>
        <p:nvSpPr>
          <p:cNvPr id="34" name="Freeform 34"/>
          <p:cNvSpPr/>
          <p:nvPr/>
        </p:nvSpPr>
        <p:spPr>
          <a:xfrm>
            <a:off x="10884816" y="3209418"/>
            <a:ext cx="5813530" cy="6905921"/>
          </a:xfrm>
          <a:custGeom>
            <a:avLst/>
            <a:gdLst/>
            <a:ahLst/>
            <a:cxnLst/>
            <a:rect l="l" t="t" r="r" b="b"/>
            <a:pathLst>
              <a:path w="5813530" h="6905921">
                <a:moveTo>
                  <a:pt x="0" y="0"/>
                </a:moveTo>
                <a:lnTo>
                  <a:pt x="5813530" y="0"/>
                </a:lnTo>
                <a:lnTo>
                  <a:pt x="5813530" y="6905921"/>
                </a:lnTo>
                <a:lnTo>
                  <a:pt x="0" y="69059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Y"/>
          </a:p>
        </p:txBody>
      </p:sp>
      <p:sp>
        <p:nvSpPr>
          <p:cNvPr id="35" name="TextBox 35"/>
          <p:cNvSpPr txBox="1"/>
          <p:nvPr/>
        </p:nvSpPr>
        <p:spPr>
          <a:xfrm>
            <a:off x="3120434" y="266701"/>
            <a:ext cx="10519366" cy="12439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659"/>
              </a:lnSpc>
            </a:pPr>
            <a:r>
              <a:rPr lang="en-US" sz="8800" b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RQND Pro"/>
              </a:rPr>
              <a:t>Introduction</a:t>
            </a:r>
            <a:endParaRPr lang="en-US" sz="8800" b="1">
              <a:ln w="13462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RQND Pro"/>
              <a:sym typeface="RQND Pro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A54393C-02EE-1C36-AE39-F849CCEBECBC}"/>
              </a:ext>
            </a:extLst>
          </p:cNvPr>
          <p:cNvSpPr txBox="1"/>
          <p:nvPr/>
        </p:nvSpPr>
        <p:spPr>
          <a:xfrm>
            <a:off x="391754" y="2320464"/>
            <a:ext cx="10283746" cy="61863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71500" indent="-571500" algn="just">
              <a:buFont typeface="Arial"/>
              <a:buChar char="•"/>
            </a:pPr>
            <a:r>
              <a:rPr lang="en-US" sz="3600">
                <a:solidFill>
                  <a:schemeClr val="bg1"/>
                </a:solidFill>
                <a:cs typeface="Calibri"/>
              </a:rPr>
              <a:t>To analyze the impact of virtual reality on modern education we created a Microsoft Forms questionnaire asking 66 people from different backgrounds about their experience.</a:t>
            </a:r>
            <a:endParaRPr lang="en-US">
              <a:solidFill>
                <a:schemeClr val="bg1"/>
              </a:solidFill>
              <a:cs typeface="Calibri"/>
            </a:endParaRPr>
          </a:p>
          <a:p>
            <a:pPr marL="342900" indent="-342900" algn="just">
              <a:buFont typeface="Arial"/>
              <a:buChar char="•"/>
            </a:pPr>
            <a:endParaRPr lang="en-US">
              <a:solidFill>
                <a:schemeClr val="bg1"/>
              </a:solidFill>
              <a:cs typeface="Calibri"/>
            </a:endParaRPr>
          </a:p>
          <a:p>
            <a:pPr marL="571500" indent="-571500" algn="just">
              <a:buFont typeface="Arial"/>
              <a:buChar char="•"/>
            </a:pPr>
            <a:r>
              <a:rPr lang="en-US" sz="3600">
                <a:solidFill>
                  <a:schemeClr val="bg1"/>
                </a:solidFill>
                <a:cs typeface="Calibri"/>
              </a:rPr>
              <a:t>The questionnaire  aimed to get information on the following subject to get a general opinion on whether VR can be utilized on the educational field based on people's experience. </a:t>
            </a:r>
            <a:endParaRPr lang="en-US" sz="3600">
              <a:solidFill>
                <a:schemeClr val="bg1"/>
              </a:solidFill>
              <a:ea typeface="Calibri"/>
              <a:cs typeface="Calibri"/>
            </a:endParaRPr>
          </a:p>
          <a:p>
            <a:pPr marL="571500" indent="-571500" algn="just">
              <a:buFont typeface="Arial"/>
              <a:buChar char="•"/>
            </a:pPr>
            <a:endParaRPr lang="en-US">
              <a:solidFill>
                <a:schemeClr val="bg1"/>
              </a:solidFill>
              <a:cs typeface="Calibri"/>
            </a:endParaRPr>
          </a:p>
          <a:p>
            <a:pPr marL="571500" indent="-571500" algn="just">
              <a:buFont typeface="Arial"/>
              <a:buChar char="•"/>
            </a:pPr>
            <a:r>
              <a:rPr lang="en-US" sz="3600">
                <a:solidFill>
                  <a:schemeClr val="bg1"/>
                </a:solidFill>
                <a:cs typeface="Calibri"/>
              </a:rPr>
              <a:t>To conclude the study the responses will be analyzed .</a:t>
            </a:r>
            <a:endParaRPr lang="en-US" sz="360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3428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2"/>
          <p:cNvSpPr/>
          <p:nvPr/>
        </p:nvSpPr>
        <p:spPr>
          <a:xfrm>
            <a:off x="1239340" y="190500"/>
            <a:ext cx="7876974" cy="2710958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>
                <a:ln w="13462">
                  <a:solidFill>
                    <a:schemeClr val="bg1"/>
                  </a:solidFill>
                  <a:prstDash val="solid"/>
                </a:ln>
                <a:effectLst>
                  <a:outerShdw dist="38100" dir="2700000" algn="bl" rotWithShape="0">
                    <a:schemeClr val="accent5"/>
                  </a:outerShdw>
                </a:effectLst>
                <a:latin typeface="+mj-lt"/>
                <a:ea typeface="+mj-ea"/>
                <a:cs typeface="+mj-cs"/>
              </a:rPr>
              <a:t>Our Questions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400" b="1">
              <a:latin typeface="+mj-lt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7081A3-7003-B645-9CF8-CBB921AC4914}"/>
              </a:ext>
            </a:extLst>
          </p:cNvPr>
          <p:cNvSpPr txBox="1"/>
          <p:nvPr/>
        </p:nvSpPr>
        <p:spPr>
          <a:xfrm>
            <a:off x="1234768" y="1866900"/>
            <a:ext cx="6929431" cy="576549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742950" indent="-457200">
              <a:lnSpc>
                <a:spcPct val="90000"/>
              </a:lnSpc>
              <a:spcAft>
                <a:spcPts val="600"/>
              </a:spcAft>
              <a:buAutoNum type="arabicPeriod"/>
            </a:pPr>
            <a:r>
              <a:rPr lang="en-US" sz="2400"/>
              <a:t>What is your age?</a:t>
            </a:r>
            <a:endParaRPr lang="en-US" sz="2400">
              <a:cs typeface="Calibri"/>
            </a:endParaRPr>
          </a:p>
          <a:p>
            <a:pPr marL="742950" indent="-457200">
              <a:lnSpc>
                <a:spcPct val="90000"/>
              </a:lnSpc>
              <a:spcAft>
                <a:spcPts val="600"/>
              </a:spcAft>
              <a:buAutoNum type="arabicPeriod"/>
            </a:pPr>
            <a:r>
              <a:rPr lang="en-US" sz="2400"/>
              <a:t>What is your gender?</a:t>
            </a:r>
            <a:endParaRPr lang="en-US" sz="2400">
              <a:cs typeface="Calibri"/>
            </a:endParaRPr>
          </a:p>
          <a:p>
            <a:pPr marL="742950" indent="-457200">
              <a:lnSpc>
                <a:spcPct val="90000"/>
              </a:lnSpc>
              <a:spcAft>
                <a:spcPts val="600"/>
              </a:spcAft>
              <a:buAutoNum type="arabicPeriod"/>
            </a:pPr>
            <a:r>
              <a:rPr lang="en-US" sz="2400"/>
              <a:t>What is your educational background?</a:t>
            </a:r>
            <a:endParaRPr lang="en-US" sz="2400">
              <a:cs typeface="Calibri"/>
            </a:endParaRPr>
          </a:p>
          <a:p>
            <a:pPr marL="742950" indent="-457200">
              <a:lnSpc>
                <a:spcPct val="90000"/>
              </a:lnSpc>
              <a:spcAft>
                <a:spcPts val="600"/>
              </a:spcAft>
              <a:buAutoNum type="arabicPeriod"/>
            </a:pPr>
            <a:r>
              <a:rPr lang="en-US" sz="2400"/>
              <a:t>What is your employment/occupation?</a:t>
            </a:r>
            <a:endParaRPr lang="en-US" sz="2400">
              <a:cs typeface="Calibri"/>
            </a:endParaRPr>
          </a:p>
          <a:p>
            <a:pPr marL="742950" indent="-457200">
              <a:lnSpc>
                <a:spcPct val="90000"/>
              </a:lnSpc>
              <a:spcAft>
                <a:spcPts val="600"/>
              </a:spcAft>
              <a:buAutoNum type="arabicPeriod"/>
            </a:pPr>
            <a:r>
              <a:rPr lang="en-US" sz="2400"/>
              <a:t>Have you used Virtual Reality before, and do you think it would be a useful tool to use in education?</a:t>
            </a:r>
            <a:endParaRPr lang="en-US" sz="2400">
              <a:cs typeface="Calibri"/>
            </a:endParaRPr>
          </a:p>
          <a:p>
            <a:pPr marL="742950" indent="-457200">
              <a:lnSpc>
                <a:spcPct val="90000"/>
              </a:lnSpc>
              <a:spcAft>
                <a:spcPts val="600"/>
              </a:spcAft>
              <a:buAutoNum type="arabicPeriod"/>
            </a:pPr>
            <a:r>
              <a:rPr lang="en-US" sz="2400"/>
              <a:t>If yes, how often do you use Virtual Reality?</a:t>
            </a:r>
            <a:endParaRPr lang="en-US" sz="2400">
              <a:cs typeface="Calibri"/>
            </a:endParaRPr>
          </a:p>
          <a:p>
            <a:pPr marL="742950" indent="-457200">
              <a:lnSpc>
                <a:spcPct val="90000"/>
              </a:lnSpc>
              <a:spcAft>
                <a:spcPts val="600"/>
              </a:spcAft>
              <a:buAutoNum type="arabicPeriod"/>
            </a:pPr>
            <a:r>
              <a:rPr lang="en-US" sz="2400"/>
              <a:t>Did you experience any problems during or after your VR session? (You can choose multiple answers)</a:t>
            </a:r>
            <a:endParaRPr lang="en-US" sz="2400">
              <a:cs typeface="Calibri"/>
            </a:endParaRPr>
          </a:p>
          <a:p>
            <a:pPr marL="742950" indent="-457200">
              <a:lnSpc>
                <a:spcPct val="90000"/>
              </a:lnSpc>
              <a:spcAft>
                <a:spcPts val="600"/>
              </a:spcAft>
              <a:buAutoNum type="arabicPeriod"/>
            </a:pPr>
            <a:r>
              <a:rPr lang="en-US" sz="2400"/>
              <a:t>In what ways do you think Virtual Reality could benefit education?</a:t>
            </a:r>
            <a:endParaRPr lang="en-US" sz="2400">
              <a:cs typeface="Calibri"/>
            </a:endParaRPr>
          </a:p>
          <a:p>
            <a:pPr marL="742950" indent="-457200">
              <a:lnSpc>
                <a:spcPct val="90000"/>
              </a:lnSpc>
              <a:spcAft>
                <a:spcPts val="600"/>
              </a:spcAft>
              <a:buAutoNum type="arabicPeriod"/>
            </a:pPr>
            <a:r>
              <a:rPr lang="en-US" sz="2400"/>
              <a:t>What concerns do you have about using Virtual Reality in educational settings?</a:t>
            </a:r>
            <a:endParaRPr lang="en-US" sz="2400">
              <a:cs typeface="Calibri"/>
            </a:endParaRPr>
          </a:p>
          <a:p>
            <a:pPr marL="742950" indent="-457200">
              <a:lnSpc>
                <a:spcPct val="90000"/>
              </a:lnSpc>
              <a:spcAft>
                <a:spcPts val="600"/>
              </a:spcAft>
              <a:buAutoNum type="arabicPeriod"/>
            </a:pPr>
            <a:r>
              <a:rPr lang="en-US" sz="2400"/>
              <a:t>On a scale of 1 to 10, how likely are you to recommend Virtual Reality as a tool for education?</a:t>
            </a:r>
            <a:endParaRPr lang="en-US" sz="2400">
              <a:cs typeface="Calibri"/>
            </a:endParaRPr>
          </a:p>
          <a:p>
            <a:pPr marL="742950" indent="-457200">
              <a:lnSpc>
                <a:spcPct val="90000"/>
              </a:lnSpc>
              <a:spcAft>
                <a:spcPts val="600"/>
              </a:spcAft>
              <a:buAutoNum type="arabicPeriod"/>
            </a:pPr>
            <a:r>
              <a:rPr lang="en-US" sz="2400"/>
              <a:t>If Virtual Reality was implemented in your educational setting, which of the following features would you find most beneficial?</a:t>
            </a:r>
            <a:endParaRPr lang="en-US" sz="2400"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AutoNum type="arabicPeriod"/>
            </a:pPr>
            <a:endParaRPr lang="en-US" sz="2400">
              <a:cs typeface="Calibri"/>
            </a:endParaRPr>
          </a:p>
        </p:txBody>
      </p:sp>
      <p:pic>
        <p:nvPicPr>
          <p:cNvPr id="9" name="Picture 8" descr="A group of people wearing virtual reality goggles&#10;&#10;Description automatically generated">
            <a:extLst>
              <a:ext uri="{FF2B5EF4-FFF2-40B4-BE49-F238E27FC236}">
                <a16:creationId xmlns:a16="http://schemas.microsoft.com/office/drawing/2014/main" id="{E0EF7E71-61F2-49D9-90C6-4C0B26C4EB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90" r="10362" b="-2"/>
          <a:stretch/>
        </p:blipFill>
        <p:spPr>
          <a:xfrm>
            <a:off x="9343822" y="10"/>
            <a:ext cx="8944178" cy="10286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7E91067-48C1-0DD9-C57D-81FC838DA4D8}"/>
              </a:ext>
            </a:extLst>
          </p:cNvPr>
          <p:cNvSpPr txBox="1"/>
          <p:nvPr/>
        </p:nvSpPr>
        <p:spPr>
          <a:xfrm>
            <a:off x="4572000" y="4960037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CY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CY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3092257-A05E-DBD8-A849-80DA7B124973}"/>
              </a:ext>
            </a:extLst>
          </p:cNvPr>
          <p:cNvGrpSpPr/>
          <p:nvPr/>
        </p:nvGrpSpPr>
        <p:grpSpPr>
          <a:xfrm>
            <a:off x="11506201" y="1966422"/>
            <a:ext cx="6323410" cy="6374991"/>
            <a:chOff x="12394197" y="559185"/>
            <a:chExt cx="5901799" cy="5986564"/>
          </a:xfrm>
        </p:grpSpPr>
        <p:sp>
          <p:nvSpPr>
            <p:cNvPr id="6" name="Freeform 6"/>
            <p:cNvSpPr/>
            <p:nvPr/>
          </p:nvSpPr>
          <p:spPr>
            <a:xfrm>
              <a:off x="12394197" y="559185"/>
              <a:ext cx="5901799" cy="5601344"/>
            </a:xfrm>
            <a:custGeom>
              <a:avLst/>
              <a:gdLst/>
              <a:ahLst/>
              <a:cxnLst/>
              <a:rect l="l" t="t" r="r" b="b"/>
              <a:pathLst>
                <a:path w="5901799" h="5601344">
                  <a:moveTo>
                    <a:pt x="0" y="0"/>
                  </a:moveTo>
                  <a:lnTo>
                    <a:pt x="5901799" y="0"/>
                  </a:lnTo>
                  <a:lnTo>
                    <a:pt x="5901799" y="5601344"/>
                  </a:lnTo>
                  <a:lnTo>
                    <a:pt x="0" y="5601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CY"/>
            </a:p>
          </p:txBody>
        </p:sp>
        <p:sp>
          <p:nvSpPr>
            <p:cNvPr id="7" name="Freeform 7"/>
            <p:cNvSpPr/>
            <p:nvPr/>
          </p:nvSpPr>
          <p:spPr>
            <a:xfrm flipH="1">
              <a:off x="13129605" y="1789296"/>
              <a:ext cx="5156768" cy="4756453"/>
            </a:xfrm>
            <a:custGeom>
              <a:avLst/>
              <a:gdLst/>
              <a:ahLst/>
              <a:cxnLst/>
              <a:rect l="l" t="t" r="r" b="b"/>
              <a:pathLst>
                <a:path w="6568709" h="5529658">
                  <a:moveTo>
                    <a:pt x="6568709" y="0"/>
                  </a:moveTo>
                  <a:lnTo>
                    <a:pt x="0" y="0"/>
                  </a:lnTo>
                  <a:lnTo>
                    <a:pt x="0" y="5529658"/>
                  </a:lnTo>
                  <a:lnTo>
                    <a:pt x="6568709" y="5529658"/>
                  </a:lnTo>
                  <a:lnTo>
                    <a:pt x="6568709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CY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053592" y="190799"/>
            <a:ext cx="9678094" cy="12439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659"/>
              </a:lnSpc>
            </a:pPr>
            <a:r>
              <a:rPr lang="en-US" sz="8800" b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RQND Pro"/>
              </a:rPr>
              <a:t>Gender-Age Ratio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4871" y="7436119"/>
            <a:ext cx="7288111" cy="408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A036BB"/>
                </a:solidFill>
                <a:latin typeface="Tomorrow"/>
                <a:ea typeface="Tomorrow"/>
                <a:cs typeface="Tomorrow"/>
                <a:sym typeface="Tomorrow"/>
              </a:rPr>
              <a:t>A</a:t>
            </a:r>
            <a:endParaRPr lang="en-US" sz="2400" u="none" strike="noStrike">
              <a:solidFill>
                <a:srgbClr val="A036BB"/>
              </a:solidFill>
              <a:latin typeface="Tomorrow"/>
              <a:ea typeface="Tomorrow"/>
              <a:cs typeface="Tomorrow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E04462-7700-072A-4F66-613263E74F0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9178" b="6922"/>
          <a:stretch/>
        </p:blipFill>
        <p:spPr>
          <a:xfrm>
            <a:off x="753241" y="1601448"/>
            <a:ext cx="9747813" cy="47042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A09FD8-B83E-4622-05E6-FA2C39346AE2}"/>
              </a:ext>
            </a:extLst>
          </p:cNvPr>
          <p:cNvSpPr txBox="1"/>
          <p:nvPr/>
        </p:nvSpPr>
        <p:spPr>
          <a:xfrm>
            <a:off x="747054" y="6303860"/>
            <a:ext cx="9392454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3000">
                <a:solidFill>
                  <a:schemeClr val="bg1"/>
                </a:solidFill>
                <a:ea typeface="+mn-lt"/>
                <a:cs typeface="+mn-lt"/>
              </a:rPr>
              <a:t>Most of the answers came from individuals in the </a:t>
            </a:r>
            <a:r>
              <a:rPr lang="en-US" sz="3000" b="1">
                <a:solidFill>
                  <a:schemeClr val="bg1"/>
                </a:solidFill>
                <a:ea typeface="+mn-lt"/>
                <a:cs typeface="+mn-lt"/>
              </a:rPr>
              <a:t>18-24 age group</a:t>
            </a:r>
            <a:r>
              <a:rPr lang="en-US" sz="3000">
                <a:solidFill>
                  <a:schemeClr val="bg1"/>
                </a:solidFill>
                <a:ea typeface="+mn-lt"/>
                <a:cs typeface="+mn-lt"/>
              </a:rPr>
              <a:t>, which constitutes the majority of respondents.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3000">
                <a:solidFill>
                  <a:schemeClr val="bg1"/>
                </a:solidFill>
                <a:ea typeface="+mn-lt"/>
                <a:cs typeface="+mn-lt"/>
              </a:rPr>
              <a:t>The total number of responses from males is </a:t>
            </a:r>
            <a:r>
              <a:rPr lang="en-US" sz="3000" b="1">
                <a:solidFill>
                  <a:schemeClr val="bg1"/>
                </a:solidFill>
                <a:ea typeface="+mn-lt"/>
                <a:cs typeface="+mn-lt"/>
              </a:rPr>
              <a:t>49</a:t>
            </a:r>
            <a:r>
              <a:rPr lang="en-US" sz="3000">
                <a:solidFill>
                  <a:schemeClr val="bg1"/>
                </a:solidFill>
                <a:ea typeface="+mn-lt"/>
                <a:cs typeface="+mn-lt"/>
              </a:rPr>
              <a:t>, compared to </a:t>
            </a:r>
            <a:r>
              <a:rPr lang="en-US" sz="3000" b="1">
                <a:solidFill>
                  <a:schemeClr val="bg1"/>
                </a:solidFill>
                <a:ea typeface="+mn-lt"/>
                <a:cs typeface="+mn-lt"/>
              </a:rPr>
              <a:t>17</a:t>
            </a:r>
            <a:r>
              <a:rPr lang="en-US" sz="3000">
                <a:solidFill>
                  <a:schemeClr val="bg1"/>
                </a:solidFill>
                <a:ea typeface="+mn-lt"/>
                <a:cs typeface="+mn-lt"/>
              </a:rPr>
              <a:t> from females.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3000">
                <a:solidFill>
                  <a:schemeClr val="bg1"/>
                </a:solidFill>
                <a:ea typeface="+mn-lt"/>
                <a:cs typeface="+mn-lt"/>
              </a:rPr>
              <a:t>This indicates a significant interest in VR among younger age groups, with males being more dominant participants.</a:t>
            </a:r>
            <a:endParaRPr lang="en-US"/>
          </a:p>
          <a:p>
            <a:endParaRPr lang="en-US" sz="3000">
              <a:solidFill>
                <a:schemeClr val="bg1"/>
              </a:solidFill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graph with red and orange squares&#10;&#10;Description automatically generated">
            <a:extLst>
              <a:ext uri="{FF2B5EF4-FFF2-40B4-BE49-F238E27FC236}">
                <a16:creationId xmlns:a16="http://schemas.microsoft.com/office/drawing/2014/main" id="{92683E4B-FB5A-AD8C-1031-55B3148586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563" t="69173" r="24194" b="22105"/>
          <a:stretch/>
        </p:blipFill>
        <p:spPr>
          <a:xfrm>
            <a:off x="15106729" y="8036641"/>
            <a:ext cx="1493859" cy="874322"/>
          </a:xfrm>
          <a:prstGeom prst="rect">
            <a:avLst/>
          </a:prstGeom>
        </p:spPr>
      </p:pic>
      <p:pic>
        <p:nvPicPr>
          <p:cNvPr id="12" name="Picture 11" descr="A graph with red and orange squares&#10;&#10;Description automatically generated">
            <a:extLst>
              <a:ext uri="{FF2B5EF4-FFF2-40B4-BE49-F238E27FC236}">
                <a16:creationId xmlns:a16="http://schemas.microsoft.com/office/drawing/2014/main" id="{349FA103-E3E9-4BC6-5FD8-28F6C96B55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971" t="69690" r="43092" b="22128"/>
          <a:stretch/>
        </p:blipFill>
        <p:spPr>
          <a:xfrm>
            <a:off x="12660309" y="8038214"/>
            <a:ext cx="1453678" cy="886772"/>
          </a:xfrm>
          <a:prstGeom prst="rect">
            <a:avLst/>
          </a:prstGeom>
        </p:spPr>
      </p:pic>
      <p:pic>
        <p:nvPicPr>
          <p:cNvPr id="8" name="Picture 7" descr="A graph with red and orange squares&#10;&#10;Description automatically generated">
            <a:extLst>
              <a:ext uri="{FF2B5EF4-FFF2-40B4-BE49-F238E27FC236}">
                <a16:creationId xmlns:a16="http://schemas.microsoft.com/office/drawing/2014/main" id="{160D5232-8198-E754-80B3-DABEDCA812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290" t="67469" r="61722" b="21883"/>
          <a:stretch/>
        </p:blipFill>
        <p:spPr>
          <a:xfrm>
            <a:off x="10422650" y="7836670"/>
            <a:ext cx="1433785" cy="1199208"/>
          </a:xfrm>
          <a:prstGeom prst="rect">
            <a:avLst/>
          </a:prstGeom>
        </p:spPr>
      </p:pic>
      <p:pic>
        <p:nvPicPr>
          <p:cNvPr id="14" name="Picture 13" descr="A graph with red and orange squares&#10;&#10;Description automatically generated">
            <a:extLst>
              <a:ext uri="{FF2B5EF4-FFF2-40B4-BE49-F238E27FC236}">
                <a16:creationId xmlns:a16="http://schemas.microsoft.com/office/drawing/2014/main" id="{F0B7FDDF-12AE-32AD-9CBA-5460A25586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366" t="75029" r="6272" b="22026"/>
          <a:stretch/>
        </p:blipFill>
        <p:spPr>
          <a:xfrm>
            <a:off x="5677704" y="8266358"/>
            <a:ext cx="1447770" cy="754443"/>
          </a:xfrm>
          <a:prstGeom prst="rect">
            <a:avLst/>
          </a:prstGeom>
        </p:spPr>
      </p:pic>
      <p:pic>
        <p:nvPicPr>
          <p:cNvPr id="7" name="Picture 6" descr="A graph with red and orange squares&#10;&#10;Description automatically generated">
            <a:extLst>
              <a:ext uri="{FF2B5EF4-FFF2-40B4-BE49-F238E27FC236}">
                <a16:creationId xmlns:a16="http://schemas.microsoft.com/office/drawing/2014/main" id="{D5F587EA-7B99-07CF-AB21-36E4A3C761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629" t="9298" r="80189" b="22242"/>
          <a:stretch/>
        </p:blipFill>
        <p:spPr>
          <a:xfrm>
            <a:off x="8253883" y="3122195"/>
            <a:ext cx="1373646" cy="5905689"/>
          </a:xfrm>
          <a:prstGeom prst="rect">
            <a:avLst/>
          </a:prstGeom>
        </p:spPr>
      </p:pic>
      <p:sp>
        <p:nvSpPr>
          <p:cNvPr id="2" name="Freeform 2"/>
          <p:cNvSpPr/>
          <p:nvPr/>
        </p:nvSpPr>
        <p:spPr>
          <a:xfrm>
            <a:off x="-40105" y="0"/>
            <a:ext cx="18328105" cy="10297026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 lIns="91440" tIns="45720" rIns="91440" bIns="45720" anchor="t"/>
          <a:lstStyle/>
          <a:p>
            <a:pPr algn="ctr"/>
            <a:r>
              <a:rPr lang="en-US" sz="8000" b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RQND Pro"/>
              </a:rPr>
              <a:t>VR Usefulness Perception by Age Group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66258" y="7682071"/>
            <a:ext cx="3355484" cy="310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6"/>
              </a:lnSpc>
            </a:pPr>
            <a:r>
              <a:rPr lang="en-US" sz="2273" b="1" spc="18">
                <a:solidFill>
                  <a:srgbClr val="A036BB"/>
                </a:solidFill>
                <a:latin typeface="Tomorrow Bold"/>
                <a:ea typeface="Tomorrow Bold"/>
                <a:cs typeface="Tomorrow Bold"/>
                <a:sym typeface="Tomorrow Bold"/>
              </a:rPr>
              <a:t>LET’S GET STARTED</a:t>
            </a:r>
          </a:p>
        </p:txBody>
      </p:sp>
      <p:sp>
        <p:nvSpPr>
          <p:cNvPr id="10" name="Freeform 10"/>
          <p:cNvSpPr/>
          <p:nvPr/>
        </p:nvSpPr>
        <p:spPr>
          <a:xfrm>
            <a:off x="-34094" y="5470517"/>
            <a:ext cx="2295682" cy="4854583"/>
          </a:xfrm>
          <a:custGeom>
            <a:avLst/>
            <a:gdLst/>
            <a:ahLst/>
            <a:cxnLst/>
            <a:rect l="l" t="t" r="r" b="b"/>
            <a:pathLst>
              <a:path w="2472668" h="6238382">
                <a:moveTo>
                  <a:pt x="0" y="0"/>
                </a:moveTo>
                <a:lnTo>
                  <a:pt x="2472667" y="0"/>
                </a:lnTo>
                <a:lnTo>
                  <a:pt x="2472667" y="6238382"/>
                </a:lnTo>
                <a:lnTo>
                  <a:pt x="0" y="62383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 lIns="91440" tIns="45720" rIns="91440" bIns="45720" anchor="t"/>
          <a:lstStyle/>
          <a:p>
            <a:endParaRPr lang="en-US">
              <a:cs typeface="Calibr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10F389-3626-6D45-18F2-E0C691C8D7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791" r="1634" b="1723"/>
          <a:stretch/>
        </p:blipFill>
        <p:spPr>
          <a:xfrm>
            <a:off x="7909622" y="3118096"/>
            <a:ext cx="10126245" cy="6295210"/>
          </a:xfrm>
          <a:prstGeom prst="rect">
            <a:avLst/>
          </a:prstGeom>
        </p:spPr>
      </p:pic>
      <p:sp>
        <p:nvSpPr>
          <p:cNvPr id="18" name="Rectangle 1">
            <a:extLst>
              <a:ext uri="{FF2B5EF4-FFF2-40B4-BE49-F238E27FC236}">
                <a16:creationId xmlns:a16="http://schemas.microsoft.com/office/drawing/2014/main" id="{E0EC2BF9-BA8F-4A4F-854E-2C02D97974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2354" y="3238500"/>
            <a:ext cx="5505272" cy="5693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CY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/>
                <a:cs typeface="Arial"/>
              </a:rPr>
              <a:t>The 18-24 age group has the highest optimism, with the majority believing VR is useful for education.</a:t>
            </a:r>
            <a:endParaRPr lang="en-US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/>
              <a:cs typeface="Arial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CY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CY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/>
                <a:cs typeface="Arial"/>
              </a:rPr>
              <a:t>Older age groups (35+ years) show reduced enthusiasm, with a few expressing doubts about its utility.</a:t>
            </a:r>
            <a:endParaRPr lang="en-US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/>
              <a:cs typeface="Arial"/>
            </a:endParaRPr>
          </a:p>
          <a:p>
            <a:pPr marL="0" marR="0" lvl="0" indent="0" algn="l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Char char="•"/>
              <a:tabLst/>
            </a:pPr>
            <a:endParaRPr lang="en-CY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CY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/>
                <a:cs typeface="Arial"/>
              </a:rPr>
              <a:t>Under-18 respondents are relatively </a:t>
            </a: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/>
                <a:cs typeface="Arial"/>
              </a:rPr>
              <a:t>negative</a:t>
            </a:r>
            <a:r>
              <a:rPr kumimoji="0" lang="en-CY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/>
                <a:cs typeface="Arial"/>
              </a:rPr>
              <a:t> about VR's usefulness.</a:t>
            </a:r>
            <a:endParaRPr lang="en-CY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CY"/>
          </a:p>
        </p:txBody>
      </p:sp>
      <p:sp>
        <p:nvSpPr>
          <p:cNvPr id="7" name="TextBox 7"/>
          <p:cNvSpPr txBox="1"/>
          <p:nvPr/>
        </p:nvSpPr>
        <p:spPr>
          <a:xfrm>
            <a:off x="1460538" y="370221"/>
            <a:ext cx="15356589" cy="12037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659"/>
              </a:lnSpc>
            </a:pPr>
            <a:r>
              <a:rPr lang="en-US" sz="8000" b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RQND Pro"/>
              </a:rPr>
              <a:t>Frequency of use based on Gender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53996" y="5754080"/>
            <a:ext cx="7288111" cy="2510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A036BB"/>
                </a:solidFill>
                <a:latin typeface="Tomorrow"/>
                <a:ea typeface="Tomorrow"/>
                <a:cs typeface="Tomorrow"/>
                <a:sym typeface="Tomorrow"/>
              </a:rPr>
              <a:t>A presentation is a formal or informal communication method that involves conveying information, ideas, or a message to an audience. It often employs visual aids such as slides, charts, graphs, or multimedia elements to support and enhance the spoken content.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D41DC71-E0FB-F795-EEB9-7622AA6B4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368" y="3118933"/>
            <a:ext cx="9922830" cy="590740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057B2C6-58CB-5D52-1BB0-B047E382D0C8}"/>
              </a:ext>
            </a:extLst>
          </p:cNvPr>
          <p:cNvSpPr txBox="1"/>
          <p:nvPr/>
        </p:nvSpPr>
        <p:spPr>
          <a:xfrm>
            <a:off x="11319739" y="2247147"/>
            <a:ext cx="6195405" cy="65556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3200">
                <a:solidFill>
                  <a:schemeClr val="bg1"/>
                </a:solidFill>
                <a:cs typeface="Calibri"/>
              </a:rPr>
              <a:t>Based on the chart we can clearly see that that frequencies vary on both men and woman.</a:t>
            </a:r>
          </a:p>
          <a:p>
            <a:pPr marL="285750" indent="-285750">
              <a:buFont typeface="Arial"/>
              <a:buChar char="•"/>
            </a:pPr>
            <a:endParaRPr lang="en-US" sz="3200">
              <a:solidFill>
                <a:schemeClr val="bg1"/>
              </a:solidFill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3200">
                <a:solidFill>
                  <a:schemeClr val="bg1"/>
                </a:solidFill>
                <a:cs typeface="Calibri"/>
              </a:rPr>
              <a:t>The biggest percentage of men and women have only used vr once or rarely showing that vr is not a part of their daily life.</a:t>
            </a:r>
          </a:p>
          <a:p>
            <a:pPr marL="285750" indent="-285750">
              <a:buFont typeface="Arial"/>
              <a:buChar char="•"/>
            </a:pPr>
            <a:endParaRPr lang="en-US" sz="3200">
              <a:solidFill>
                <a:schemeClr val="bg1"/>
              </a:solidFill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3200">
                <a:solidFill>
                  <a:schemeClr val="bg1"/>
                </a:solidFill>
                <a:cs typeface="Calibri"/>
              </a:rPr>
              <a:t>A few said that they use vr often and even fewer said that they use it consistently.</a:t>
            </a:r>
          </a:p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CY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 flipV="1">
            <a:off x="-1337388" y="5482533"/>
            <a:ext cx="373289" cy="178861"/>
            <a:chOff x="-14146106" y="3810"/>
            <a:chExt cx="20499916" cy="9634299"/>
          </a:xfrm>
        </p:grpSpPr>
        <p:sp>
          <p:nvSpPr>
            <p:cNvPr id="4" name="Freeform 4"/>
            <p:cNvSpPr/>
            <p:nvPr/>
          </p:nvSpPr>
          <p:spPr>
            <a:xfrm>
              <a:off x="-14146106" y="9562052"/>
              <a:ext cx="188750" cy="76057"/>
            </a:xfrm>
            <a:custGeom>
              <a:avLst/>
              <a:gdLst/>
              <a:ahLst/>
              <a:cxnLst/>
              <a:rect l="l" t="t" r="r" b="b"/>
              <a:pathLst>
                <a:path w="6149340" h="5613400">
                  <a:moveTo>
                    <a:pt x="6149340" y="5613400"/>
                  </a:moveTo>
                  <a:lnTo>
                    <a:pt x="0" y="5613400"/>
                  </a:lnTo>
                  <a:lnTo>
                    <a:pt x="0" y="0"/>
                  </a:lnTo>
                  <a:lnTo>
                    <a:pt x="6148070" y="0"/>
                  </a:lnTo>
                  <a:lnTo>
                    <a:pt x="6149340" y="5613400"/>
                  </a:lnTo>
                  <a:lnTo>
                    <a:pt x="6149340" y="5613400"/>
                  </a:lnTo>
                  <a:close/>
                </a:path>
              </a:pathLst>
            </a:custGeom>
            <a:blipFill>
              <a:blip r:embed="rId3"/>
              <a:stretch>
                <a:fillRect l="-10916" r="-44420" b="-13374"/>
              </a:stretch>
            </a:blipFill>
          </p:spPr>
          <p:txBody>
            <a:bodyPr/>
            <a:lstStyle/>
            <a:p>
              <a:endParaRPr lang="en-CY"/>
            </a:p>
          </p:txBody>
        </p:sp>
        <p:sp>
          <p:nvSpPr>
            <p:cNvPr id="7" name="Freeform 7"/>
            <p:cNvSpPr/>
            <p:nvPr/>
          </p:nvSpPr>
          <p:spPr>
            <a:xfrm>
              <a:off x="1270" y="3810"/>
              <a:ext cx="6352540" cy="6350000"/>
            </a:xfrm>
            <a:custGeom>
              <a:avLst/>
              <a:gdLst/>
              <a:ahLst/>
              <a:cxnLst/>
              <a:rect l="l" t="t" r="r" b="b"/>
              <a:pathLst>
                <a:path w="6352540" h="6350000">
                  <a:moveTo>
                    <a:pt x="0" y="0"/>
                  </a:moveTo>
                  <a:lnTo>
                    <a:pt x="0" y="533400"/>
                  </a:lnTo>
                  <a:lnTo>
                    <a:pt x="0" y="635000"/>
                  </a:lnTo>
                  <a:lnTo>
                    <a:pt x="0" y="6350000"/>
                  </a:lnTo>
                  <a:lnTo>
                    <a:pt x="6352540" y="6350000"/>
                  </a:lnTo>
                  <a:lnTo>
                    <a:pt x="6352540" y="635000"/>
                  </a:lnTo>
                  <a:lnTo>
                    <a:pt x="6352540" y="533400"/>
                  </a:lnTo>
                  <a:lnTo>
                    <a:pt x="6352540" y="0"/>
                  </a:lnTo>
                  <a:lnTo>
                    <a:pt x="0" y="0"/>
                  </a:lnTo>
                  <a:close/>
                  <a:moveTo>
                    <a:pt x="101600" y="101600"/>
                  </a:moveTo>
                  <a:lnTo>
                    <a:pt x="533400" y="101600"/>
                  </a:lnTo>
                  <a:lnTo>
                    <a:pt x="533400" y="533400"/>
                  </a:lnTo>
                  <a:lnTo>
                    <a:pt x="101600" y="533400"/>
                  </a:lnTo>
                  <a:lnTo>
                    <a:pt x="101600" y="101600"/>
                  </a:lnTo>
                  <a:close/>
                  <a:moveTo>
                    <a:pt x="6249670" y="6248400"/>
                  </a:moveTo>
                  <a:lnTo>
                    <a:pt x="101600" y="6248400"/>
                  </a:lnTo>
                  <a:lnTo>
                    <a:pt x="101600" y="635000"/>
                  </a:lnTo>
                  <a:lnTo>
                    <a:pt x="635000" y="635000"/>
                  </a:lnTo>
                  <a:lnTo>
                    <a:pt x="6249670" y="635000"/>
                  </a:lnTo>
                  <a:lnTo>
                    <a:pt x="6249670" y="6248400"/>
                  </a:lnTo>
                  <a:lnTo>
                    <a:pt x="6249670" y="6248400"/>
                  </a:lnTo>
                  <a:lnTo>
                    <a:pt x="6249670" y="6248400"/>
                  </a:lnTo>
                  <a:close/>
                  <a:moveTo>
                    <a:pt x="6250940" y="533400"/>
                  </a:moveTo>
                  <a:lnTo>
                    <a:pt x="636270" y="533400"/>
                  </a:lnTo>
                  <a:lnTo>
                    <a:pt x="636270" y="101600"/>
                  </a:lnTo>
                  <a:lnTo>
                    <a:pt x="6250940" y="101600"/>
                  </a:lnTo>
                  <a:lnTo>
                    <a:pt x="6250940" y="533400"/>
                  </a:lnTo>
                  <a:close/>
                  <a:moveTo>
                    <a:pt x="373380" y="317500"/>
                  </a:moveTo>
                  <a:lnTo>
                    <a:pt x="472440" y="416560"/>
                  </a:lnTo>
                  <a:lnTo>
                    <a:pt x="417830" y="471170"/>
                  </a:lnTo>
                  <a:lnTo>
                    <a:pt x="317500" y="372110"/>
                  </a:lnTo>
                  <a:lnTo>
                    <a:pt x="218440" y="471170"/>
                  </a:lnTo>
                  <a:lnTo>
                    <a:pt x="163830" y="416560"/>
                  </a:lnTo>
                  <a:lnTo>
                    <a:pt x="262890" y="317500"/>
                  </a:lnTo>
                  <a:lnTo>
                    <a:pt x="163830" y="218440"/>
                  </a:lnTo>
                  <a:lnTo>
                    <a:pt x="218440" y="163830"/>
                  </a:lnTo>
                  <a:lnTo>
                    <a:pt x="317500" y="262890"/>
                  </a:lnTo>
                  <a:lnTo>
                    <a:pt x="416560" y="163830"/>
                  </a:lnTo>
                  <a:lnTo>
                    <a:pt x="472440" y="218440"/>
                  </a:lnTo>
                  <a:lnTo>
                    <a:pt x="373380" y="317500"/>
                  </a:lnTo>
                  <a:close/>
                </a:path>
              </a:pathLst>
            </a:custGeom>
            <a:solidFill>
              <a:srgbClr val="001E70"/>
            </a:solidFill>
          </p:spPr>
          <p:txBody>
            <a:bodyPr/>
            <a:lstStyle/>
            <a:p>
              <a:endParaRPr lang="en-CY"/>
            </a:p>
          </p:txBody>
        </p:sp>
        <p:sp>
          <p:nvSpPr>
            <p:cNvPr id="5" name="Freeform 5"/>
            <p:cNvSpPr/>
            <p:nvPr/>
          </p:nvSpPr>
          <p:spPr>
            <a:xfrm>
              <a:off x="102870" y="105410"/>
              <a:ext cx="6149340" cy="431800"/>
            </a:xfrm>
            <a:custGeom>
              <a:avLst/>
              <a:gdLst/>
              <a:ahLst/>
              <a:cxnLst/>
              <a:rect l="l" t="t" r="r" b="b"/>
              <a:pathLst>
                <a:path w="6149340" h="431800">
                  <a:moveTo>
                    <a:pt x="6149340" y="431800"/>
                  </a:moveTo>
                  <a:lnTo>
                    <a:pt x="0" y="431800"/>
                  </a:lnTo>
                  <a:lnTo>
                    <a:pt x="0" y="0"/>
                  </a:lnTo>
                  <a:lnTo>
                    <a:pt x="6148070" y="0"/>
                  </a:lnTo>
                  <a:lnTo>
                    <a:pt x="6149340" y="431800"/>
                  </a:lnTo>
                  <a:lnTo>
                    <a:pt x="6149340" y="431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CY"/>
            </a:p>
          </p:txBody>
        </p:sp>
        <p:sp>
          <p:nvSpPr>
            <p:cNvPr id="6" name="Freeform 6"/>
            <p:cNvSpPr/>
            <p:nvPr/>
          </p:nvSpPr>
          <p:spPr>
            <a:xfrm>
              <a:off x="102870" y="10541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431800"/>
                  </a:moveTo>
                  <a:lnTo>
                    <a:pt x="0" y="431800"/>
                  </a:lnTo>
                  <a:lnTo>
                    <a:pt x="0" y="0"/>
                  </a:lnTo>
                  <a:lnTo>
                    <a:pt x="431800" y="0"/>
                  </a:lnTo>
                  <a:lnTo>
                    <a:pt x="431800" y="431800"/>
                  </a:lnTo>
                  <a:close/>
                </a:path>
              </a:pathLst>
            </a:custGeom>
            <a:solidFill>
              <a:srgbClr val="E57EFF"/>
            </a:solidFill>
          </p:spPr>
          <p:txBody>
            <a:bodyPr/>
            <a:lstStyle/>
            <a:p>
              <a:endParaRPr lang="en-CY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 flipH="1">
            <a:off x="-1010081" y="5065757"/>
            <a:ext cx="77944" cy="81029"/>
            <a:chOff x="1270" y="3810"/>
            <a:chExt cx="6352540" cy="6350000"/>
          </a:xfrm>
        </p:grpSpPr>
        <p:sp>
          <p:nvSpPr>
            <p:cNvPr id="10" name="Freeform 10"/>
            <p:cNvSpPr/>
            <p:nvPr/>
          </p:nvSpPr>
          <p:spPr>
            <a:xfrm>
              <a:off x="102870" y="105410"/>
              <a:ext cx="6149340" cy="431800"/>
            </a:xfrm>
            <a:custGeom>
              <a:avLst/>
              <a:gdLst/>
              <a:ahLst/>
              <a:cxnLst/>
              <a:rect l="l" t="t" r="r" b="b"/>
              <a:pathLst>
                <a:path w="6149340" h="431800">
                  <a:moveTo>
                    <a:pt x="6149340" y="431800"/>
                  </a:moveTo>
                  <a:lnTo>
                    <a:pt x="0" y="431800"/>
                  </a:lnTo>
                  <a:lnTo>
                    <a:pt x="0" y="0"/>
                  </a:lnTo>
                  <a:lnTo>
                    <a:pt x="6148070" y="0"/>
                  </a:lnTo>
                  <a:lnTo>
                    <a:pt x="6149340" y="431800"/>
                  </a:lnTo>
                  <a:lnTo>
                    <a:pt x="6149340" y="4318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CY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102870" y="105410"/>
              <a:ext cx="431800" cy="431800"/>
            </a:xfrm>
            <a:custGeom>
              <a:avLst/>
              <a:gdLst/>
              <a:ahLst/>
              <a:cxnLst/>
              <a:rect l="l" t="t" r="r" b="b"/>
              <a:pathLst>
                <a:path w="431800" h="431800">
                  <a:moveTo>
                    <a:pt x="431800" y="431800"/>
                  </a:moveTo>
                  <a:lnTo>
                    <a:pt x="0" y="431800"/>
                  </a:lnTo>
                  <a:lnTo>
                    <a:pt x="0" y="0"/>
                  </a:lnTo>
                  <a:lnTo>
                    <a:pt x="431800" y="0"/>
                  </a:lnTo>
                  <a:lnTo>
                    <a:pt x="431800" y="431800"/>
                  </a:lnTo>
                  <a:close/>
                </a:path>
              </a:pathLst>
            </a:custGeom>
            <a:solidFill>
              <a:srgbClr val="E57EFF"/>
            </a:solidFill>
          </p:spPr>
          <p:txBody>
            <a:bodyPr/>
            <a:lstStyle/>
            <a:p>
              <a:endParaRPr lang="en-CY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1270" y="3810"/>
              <a:ext cx="6352540" cy="6350000"/>
            </a:xfrm>
            <a:custGeom>
              <a:avLst/>
              <a:gdLst/>
              <a:ahLst/>
              <a:cxnLst/>
              <a:rect l="l" t="t" r="r" b="b"/>
              <a:pathLst>
                <a:path w="6352540" h="6350000">
                  <a:moveTo>
                    <a:pt x="0" y="0"/>
                  </a:moveTo>
                  <a:lnTo>
                    <a:pt x="0" y="533400"/>
                  </a:lnTo>
                  <a:lnTo>
                    <a:pt x="0" y="635000"/>
                  </a:lnTo>
                  <a:lnTo>
                    <a:pt x="0" y="6350000"/>
                  </a:lnTo>
                  <a:lnTo>
                    <a:pt x="6352540" y="6350000"/>
                  </a:lnTo>
                  <a:lnTo>
                    <a:pt x="6352540" y="635000"/>
                  </a:lnTo>
                  <a:lnTo>
                    <a:pt x="6352540" y="533400"/>
                  </a:lnTo>
                  <a:lnTo>
                    <a:pt x="6352540" y="0"/>
                  </a:lnTo>
                  <a:lnTo>
                    <a:pt x="0" y="0"/>
                  </a:lnTo>
                  <a:close/>
                  <a:moveTo>
                    <a:pt x="101600" y="101600"/>
                  </a:moveTo>
                  <a:lnTo>
                    <a:pt x="533400" y="101600"/>
                  </a:lnTo>
                  <a:lnTo>
                    <a:pt x="533400" y="533400"/>
                  </a:lnTo>
                  <a:lnTo>
                    <a:pt x="101600" y="533400"/>
                  </a:lnTo>
                  <a:lnTo>
                    <a:pt x="101600" y="101600"/>
                  </a:lnTo>
                  <a:close/>
                  <a:moveTo>
                    <a:pt x="6249670" y="6248400"/>
                  </a:moveTo>
                  <a:lnTo>
                    <a:pt x="101600" y="6248400"/>
                  </a:lnTo>
                  <a:lnTo>
                    <a:pt x="101600" y="635000"/>
                  </a:lnTo>
                  <a:lnTo>
                    <a:pt x="635000" y="635000"/>
                  </a:lnTo>
                  <a:lnTo>
                    <a:pt x="6249670" y="635000"/>
                  </a:lnTo>
                  <a:lnTo>
                    <a:pt x="6249670" y="6248400"/>
                  </a:lnTo>
                  <a:lnTo>
                    <a:pt x="6249670" y="6248400"/>
                  </a:lnTo>
                  <a:lnTo>
                    <a:pt x="6249670" y="6248400"/>
                  </a:lnTo>
                  <a:close/>
                  <a:moveTo>
                    <a:pt x="6250940" y="533400"/>
                  </a:moveTo>
                  <a:lnTo>
                    <a:pt x="636270" y="533400"/>
                  </a:lnTo>
                  <a:lnTo>
                    <a:pt x="636270" y="101600"/>
                  </a:lnTo>
                  <a:lnTo>
                    <a:pt x="6250940" y="101600"/>
                  </a:lnTo>
                  <a:lnTo>
                    <a:pt x="6250940" y="533400"/>
                  </a:lnTo>
                  <a:close/>
                  <a:moveTo>
                    <a:pt x="373380" y="317500"/>
                  </a:moveTo>
                  <a:lnTo>
                    <a:pt x="472440" y="416560"/>
                  </a:lnTo>
                  <a:lnTo>
                    <a:pt x="417830" y="471170"/>
                  </a:lnTo>
                  <a:lnTo>
                    <a:pt x="317500" y="372110"/>
                  </a:lnTo>
                  <a:lnTo>
                    <a:pt x="218440" y="471170"/>
                  </a:lnTo>
                  <a:lnTo>
                    <a:pt x="163830" y="416560"/>
                  </a:lnTo>
                  <a:lnTo>
                    <a:pt x="262890" y="317500"/>
                  </a:lnTo>
                  <a:lnTo>
                    <a:pt x="163830" y="218440"/>
                  </a:lnTo>
                  <a:lnTo>
                    <a:pt x="218440" y="163830"/>
                  </a:lnTo>
                  <a:lnTo>
                    <a:pt x="317500" y="262890"/>
                  </a:lnTo>
                  <a:lnTo>
                    <a:pt x="416560" y="163830"/>
                  </a:lnTo>
                  <a:lnTo>
                    <a:pt x="472440" y="218440"/>
                  </a:lnTo>
                  <a:lnTo>
                    <a:pt x="373380" y="317500"/>
                  </a:lnTo>
                  <a:close/>
                </a:path>
              </a:pathLst>
            </a:custGeom>
            <a:solidFill>
              <a:srgbClr val="001E70"/>
            </a:solidFill>
          </p:spPr>
          <p:txBody>
            <a:bodyPr/>
            <a:lstStyle/>
            <a:p>
              <a:endParaRPr lang="en-CY"/>
            </a:p>
          </p:txBody>
        </p:sp>
      </p:grpSp>
      <p:sp>
        <p:nvSpPr>
          <p:cNvPr id="20" name="Freeform 20"/>
          <p:cNvSpPr/>
          <p:nvPr/>
        </p:nvSpPr>
        <p:spPr>
          <a:xfrm>
            <a:off x="-967824" y="213914"/>
            <a:ext cx="257126" cy="27018"/>
          </a:xfrm>
          <a:custGeom>
            <a:avLst/>
            <a:gdLst/>
            <a:ahLst/>
            <a:cxnLst/>
            <a:rect l="l" t="t" r="r" b="b"/>
            <a:pathLst>
              <a:path w="3726231" h="3014860">
                <a:moveTo>
                  <a:pt x="0" y="0"/>
                </a:moveTo>
                <a:lnTo>
                  <a:pt x="3726232" y="0"/>
                </a:lnTo>
                <a:lnTo>
                  <a:pt x="3726232" y="3014860"/>
                </a:lnTo>
                <a:lnTo>
                  <a:pt x="0" y="30148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 lIns="91440" tIns="45720" rIns="91440" bIns="45720" anchor="t"/>
          <a:lstStyle/>
          <a:p>
            <a:endParaRPr lang="en-US">
              <a:cs typeface="Calibri"/>
            </a:endParaRPr>
          </a:p>
        </p:txBody>
      </p:sp>
      <p:pic>
        <p:nvPicPr>
          <p:cNvPr id="9" name="Picture 8" descr="A blue and red pie chart&#10;&#10;Description automatically generated">
            <a:extLst>
              <a:ext uri="{FF2B5EF4-FFF2-40B4-BE49-F238E27FC236}">
                <a16:creationId xmlns:a16="http://schemas.microsoft.com/office/drawing/2014/main" id="{93795A47-E882-97BC-803E-934675E4BC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5866" y="3085106"/>
            <a:ext cx="9585793" cy="598249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2B13D01-789C-209F-981A-C3B32C72F0F3}"/>
              </a:ext>
            </a:extLst>
          </p:cNvPr>
          <p:cNvSpPr txBox="1"/>
          <p:nvPr/>
        </p:nvSpPr>
        <p:spPr>
          <a:xfrm>
            <a:off x="238500" y="3440465"/>
            <a:ext cx="6949956" cy="526297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ea typeface="+mn-lt"/>
                <a:cs typeface="+mn-lt"/>
              </a:rPr>
              <a:t> More females that used VR reported experiencing motion sickness, even though the number of males who submitted the quiz was much higher.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en-US" sz="2800">
              <a:solidFill>
                <a:schemeClr val="bg1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ea typeface="+mn-lt"/>
                <a:cs typeface="+mn-lt"/>
              </a:rPr>
              <a:t> Specifically, </a:t>
            </a:r>
            <a:r>
              <a:rPr lang="en-US" sz="2800" b="1">
                <a:solidFill>
                  <a:schemeClr val="bg1"/>
                </a:solidFill>
                <a:ea typeface="+mn-lt"/>
                <a:cs typeface="+mn-lt"/>
              </a:rPr>
              <a:t>65.3% of females</a:t>
            </a:r>
            <a:r>
              <a:rPr lang="en-US" sz="2800">
                <a:solidFill>
                  <a:schemeClr val="bg1"/>
                </a:solidFill>
                <a:ea typeface="+mn-lt"/>
                <a:cs typeface="+mn-lt"/>
              </a:rPr>
              <a:t> experienced motion sickness compared to </a:t>
            </a:r>
            <a:r>
              <a:rPr lang="en-US" sz="2800" b="1">
                <a:solidFill>
                  <a:schemeClr val="bg1"/>
                </a:solidFill>
                <a:ea typeface="+mn-lt"/>
                <a:cs typeface="+mn-lt"/>
              </a:rPr>
              <a:t>34.7% of males.</a:t>
            </a:r>
            <a:endParaRPr lang="en-US">
              <a:solidFill>
                <a:schemeClr val="bg1"/>
              </a:solidFill>
            </a:endParaRPr>
          </a:p>
          <a:p>
            <a:pPr algn="just">
              <a:buFont typeface="Arial"/>
              <a:buChar char="•"/>
            </a:pPr>
            <a:endParaRPr lang="en-US" sz="2800" b="1">
              <a:solidFill>
                <a:schemeClr val="bg1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r>
              <a:rPr lang="en-US" sz="2800">
                <a:solidFill>
                  <a:schemeClr val="bg1"/>
                </a:solidFill>
                <a:ea typeface="+mn-lt"/>
                <a:cs typeface="+mn-lt"/>
              </a:rPr>
              <a:t>This highlights a potential gender-specific challenge in VR experiences, emphasizing the need for ergonomic or design adjustments to accommodate diverse user groups.</a:t>
            </a:r>
            <a:endParaRPr lang="en-US"/>
          </a:p>
        </p:txBody>
      </p:sp>
      <p:sp>
        <p:nvSpPr>
          <p:cNvPr id="16" name="Freeform 10">
            <a:extLst>
              <a:ext uri="{FF2B5EF4-FFF2-40B4-BE49-F238E27FC236}">
                <a16:creationId xmlns:a16="http://schemas.microsoft.com/office/drawing/2014/main" id="{E0DCB8D6-2919-F4B1-676B-50582D18D768}"/>
              </a:ext>
            </a:extLst>
          </p:cNvPr>
          <p:cNvSpPr/>
          <p:nvPr/>
        </p:nvSpPr>
        <p:spPr>
          <a:xfrm flipH="1">
            <a:off x="16002000" y="5852654"/>
            <a:ext cx="2148134" cy="4581491"/>
          </a:xfrm>
          <a:custGeom>
            <a:avLst/>
            <a:gdLst/>
            <a:ahLst/>
            <a:cxnLst/>
            <a:rect l="l" t="t" r="r" b="b"/>
            <a:pathLst>
              <a:path w="2472668" h="6238382">
                <a:moveTo>
                  <a:pt x="0" y="0"/>
                </a:moveTo>
                <a:lnTo>
                  <a:pt x="2472667" y="0"/>
                </a:lnTo>
                <a:lnTo>
                  <a:pt x="2472667" y="6238382"/>
                </a:lnTo>
                <a:lnTo>
                  <a:pt x="0" y="623838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 lIns="91440" tIns="45720" rIns="91440" bIns="45720" anchor="t"/>
          <a:lstStyle/>
          <a:p>
            <a:endParaRPr lang="en-US">
              <a:cs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F2DD76-027B-DC6C-8AAC-9A0E39F9135D}"/>
              </a:ext>
            </a:extLst>
          </p:cNvPr>
          <p:cNvSpPr txBox="1"/>
          <p:nvPr/>
        </p:nvSpPr>
        <p:spPr>
          <a:xfrm>
            <a:off x="426240" y="236271"/>
            <a:ext cx="15696023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8000" b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RQND Pro"/>
              </a:rPr>
              <a:t>Motion Sickness Based On Gender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096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065941" y="521500"/>
            <a:ext cx="12979500" cy="1203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59"/>
              </a:lnSpc>
            </a:pPr>
            <a:r>
              <a:rPr lang="en-US" sz="8000" b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RQND Pro"/>
              </a:rPr>
              <a:t>Top Concerns by Gender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66892" y="5747398"/>
            <a:ext cx="4117974" cy="215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A036BB"/>
                </a:solidFill>
                <a:latin typeface="Tomorrow"/>
                <a:ea typeface="Tomorrow"/>
                <a:cs typeface="Tomorrow"/>
                <a:sym typeface="Tomorrow"/>
              </a:rPr>
              <a:t>A presentation is a formal or informal communication method that involves conveying information, , or a message to an audience. </a:t>
            </a:r>
          </a:p>
        </p:txBody>
      </p:sp>
      <p:pic>
        <p:nvPicPr>
          <p:cNvPr id="5" name="Picture 4" descr="A screenshot of a graph&#10;&#10;Description automatically generated">
            <a:extLst>
              <a:ext uri="{FF2B5EF4-FFF2-40B4-BE49-F238E27FC236}">
                <a16:creationId xmlns:a16="http://schemas.microsoft.com/office/drawing/2014/main" id="{C4D2EBE9-8896-736A-E39A-86740F9513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01" r="47203"/>
          <a:stretch/>
        </p:blipFill>
        <p:spPr>
          <a:xfrm>
            <a:off x="6397440" y="2756632"/>
            <a:ext cx="6705600" cy="70137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0394BD-5522-3D80-F7F6-B4640A10F81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7" t="2872" r="1663" b="1516"/>
          <a:stretch/>
        </p:blipFill>
        <p:spPr>
          <a:xfrm>
            <a:off x="13355170" y="3995518"/>
            <a:ext cx="4495801" cy="1587365"/>
          </a:xfrm>
          <a:prstGeom prst="rect">
            <a:avLst/>
          </a:prstGeom>
        </p:spPr>
      </p:pic>
      <p:sp>
        <p:nvSpPr>
          <p:cNvPr id="13" name="Rectangle 4">
            <a:extLst>
              <a:ext uri="{FF2B5EF4-FFF2-40B4-BE49-F238E27FC236}">
                <a16:creationId xmlns:a16="http://schemas.microsoft.com/office/drawing/2014/main" id="{EDA4C721-0E69-1060-D173-1A38F876AC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686" y="2582473"/>
            <a:ext cx="5578047" cy="5970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CY" sz="2800" b="1" i="0" u="sng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cs typeface="Arial"/>
              </a:rPr>
              <a:t>Femal</a:t>
            </a:r>
            <a:r>
              <a:rPr kumimoji="0" lang="en-CY" sz="2800" i="0" u="sng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cs typeface="Arial"/>
              </a:rPr>
              <a:t>es:</a:t>
            </a:r>
            <a:r>
              <a:rPr kumimoji="0" lang="en-CY" sz="2800" b="0" i="0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cs typeface="Arial"/>
              </a:rPr>
              <a:t> </a:t>
            </a:r>
            <a:r>
              <a:rPr kumimoji="0" lang="en-CY" sz="2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cs typeface="Arial"/>
              </a:rPr>
              <a:t>Tend to prioritize concerns around </a:t>
            </a:r>
            <a:r>
              <a:rPr kumimoji="0" lang="en-CY" sz="280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cs typeface="Arial"/>
              </a:rPr>
              <a:t>accessibility and usability</a:t>
            </a:r>
            <a:r>
              <a:rPr kumimoji="0" lang="en-CY" sz="28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alibri"/>
                <a:cs typeface="Arial"/>
              </a:rPr>
              <a:t>, such as the complexity of VR hardware and ensuring it accommodates diverse student needs and learning environments.</a:t>
            </a:r>
            <a:endParaRPr lang="en-US" sz="2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alibri"/>
              <a:cs typeface="Arial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2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alibri"/>
              <a:cs typeface="Arial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chemeClr val="bg1"/>
              </a:solidFill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800" b="1" u="sng">
                <a:solidFill>
                  <a:schemeClr val="bg1"/>
                </a:solidFill>
              </a:rPr>
              <a:t>Males:</a:t>
            </a:r>
            <a:r>
              <a:rPr lang="en-US" sz="2800">
                <a:solidFill>
                  <a:schemeClr val="bg1"/>
                </a:solidFill>
              </a:rPr>
              <a:t> Focus more on the </a:t>
            </a:r>
            <a:r>
              <a:rPr lang="en-US" sz="2800" b="1">
                <a:solidFill>
                  <a:schemeClr val="bg1"/>
                </a:solidFill>
              </a:rPr>
              <a:t>cost of VR equipment</a:t>
            </a:r>
            <a:r>
              <a:rPr lang="en-US" sz="2800">
                <a:solidFill>
                  <a:schemeClr val="bg1"/>
                </a:solidFill>
              </a:rPr>
              <a:t> and </a:t>
            </a:r>
            <a:r>
              <a:rPr lang="en-US" sz="2800" b="1">
                <a:solidFill>
                  <a:schemeClr val="bg1"/>
                </a:solidFill>
              </a:rPr>
              <a:t>technical challenges</a:t>
            </a:r>
            <a:r>
              <a:rPr lang="en-US" sz="2800">
                <a:solidFill>
                  <a:schemeClr val="bg1"/>
                </a:solidFill>
              </a:rPr>
              <a:t>, including performance issues like lagging systems and reliability under educational demands.</a:t>
            </a:r>
            <a:endParaRPr lang="en-CY" sz="28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alibri"/>
              <a:cs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CY" sz="1800" b="0" i="0" u="none" strike="noStrike" cap="none" normalizeH="0" baseline="0">
              <a:ln>
                <a:noFill/>
              </a:ln>
              <a:effectLst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CY"/>
          </a:p>
        </p:txBody>
      </p:sp>
      <p:sp>
        <p:nvSpPr>
          <p:cNvPr id="16" name="Freeform 2">
            <a:extLst>
              <a:ext uri="{FF2B5EF4-FFF2-40B4-BE49-F238E27FC236}">
                <a16:creationId xmlns:a16="http://schemas.microsoft.com/office/drawing/2014/main" id="{2817E138-B0D2-F9EC-30D7-78FF898FC068}"/>
              </a:ext>
            </a:extLst>
          </p:cNvPr>
          <p:cNvSpPr/>
          <p:nvPr/>
        </p:nvSpPr>
        <p:spPr>
          <a:xfrm>
            <a:off x="-2540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5000"/>
            </a:blip>
            <a:stretch>
              <a:fillRect l="-3816" t="-8164" r="-1723" b="-16920"/>
            </a:stretch>
          </a:blipFill>
        </p:spPr>
        <p:txBody>
          <a:bodyPr/>
          <a:lstStyle/>
          <a:p>
            <a:endParaRPr lang="en-CY"/>
          </a:p>
        </p:txBody>
      </p:sp>
      <p:sp>
        <p:nvSpPr>
          <p:cNvPr id="17" name="Rectangle 4">
            <a:extLst>
              <a:ext uri="{FF2B5EF4-FFF2-40B4-BE49-F238E27FC236}">
                <a16:creationId xmlns:a16="http://schemas.microsoft.com/office/drawing/2014/main" id="{23B0E2C0-30E1-7902-2636-E5932AFD3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374" y="908531"/>
            <a:ext cx="12070976" cy="8463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solidFill>
                  <a:srgbClr val="FFFFFF"/>
                </a:solidFill>
              </a:rPr>
              <a:t>Possible Reasons Behind Gender Differences</a:t>
            </a:r>
            <a:endParaRPr lang="en-US" sz="3200" b="1">
              <a:solidFill>
                <a:srgbClr val="FFFFFF"/>
              </a:solidFill>
              <a:cs typeface="Calibri"/>
            </a:endParaRPr>
          </a:p>
          <a:p>
            <a:endParaRPr lang="en-US" sz="3200" b="1">
              <a:solidFill>
                <a:srgbClr val="FFFFFF"/>
              </a:solidFill>
              <a:cs typeface="Calibri"/>
            </a:endParaRPr>
          </a:p>
          <a:p>
            <a:r>
              <a:rPr lang="en-US" sz="3200" b="1">
                <a:solidFill>
                  <a:srgbClr val="FFFFFF"/>
                </a:solidFill>
              </a:rPr>
              <a:t>     Accessibility Concerns (Females):</a:t>
            </a:r>
            <a:endParaRPr lang="en-US" sz="3200" b="1">
              <a:solidFill>
                <a:srgbClr val="FFFFFF"/>
              </a:solidFill>
              <a:cs typeface="Calibri"/>
            </a:endParaRPr>
          </a:p>
          <a:p>
            <a:endParaRPr lang="en-US" sz="3200" b="1">
              <a:solidFill>
                <a:srgbClr val="FFFFFF"/>
              </a:solidFill>
              <a:cs typeface="Calibri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>
                <a:solidFill>
                  <a:srgbClr val="FFFFFF"/>
                </a:solidFill>
              </a:rPr>
              <a:t> Limited access to high-tech tools or VR-integrated educational settings may amplify concerns about availability and inclusivity.</a:t>
            </a:r>
            <a:endParaRPr lang="en-US" sz="3200">
              <a:solidFill>
                <a:srgbClr val="FFFFFF"/>
              </a:solidFill>
              <a:cs typeface="Calibri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US" sz="3200">
              <a:solidFill>
                <a:srgbClr val="FFFFFF"/>
              </a:solidFill>
              <a:cs typeface="Calibri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>
                <a:solidFill>
                  <a:srgbClr val="FFFFFF"/>
                </a:solidFill>
              </a:rPr>
              <a:t>A stronger preference for user-friendly designs ensures ease of use and adaptability for diverse learning environments.</a:t>
            </a:r>
            <a:endParaRPr lang="en-US" sz="3200">
              <a:solidFill>
                <a:srgbClr val="FFFFFF"/>
              </a:solidFill>
              <a:cs typeface="Calibri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US" sz="3200">
              <a:solidFill>
                <a:srgbClr val="FFFFFF"/>
              </a:solidFill>
              <a:cs typeface="Calibri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 b="1">
                <a:solidFill>
                  <a:srgbClr val="FFFFFF"/>
                </a:solidFill>
              </a:rPr>
              <a:t>  Cost Concerns (Males):</a:t>
            </a:r>
            <a:endParaRPr lang="en-US" sz="3200" b="1">
              <a:solidFill>
                <a:srgbClr val="FFFFFF"/>
              </a:solidFill>
              <a:cs typeface="Calibri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US" sz="3200" b="1">
              <a:solidFill>
                <a:srgbClr val="FFFFFF"/>
              </a:solidFill>
            </a:endParaRPr>
          </a:p>
          <a:p>
            <a:pPr lvl="1"/>
            <a:r>
              <a:rPr lang="en-US" sz="3200">
                <a:solidFill>
                  <a:srgbClr val="FFFFFF"/>
                </a:solidFill>
              </a:rPr>
              <a:t>Greater familiarity with technology might shift focus toward affordability and the long-term value of VR equipment.</a:t>
            </a:r>
            <a:endParaRPr lang="en-US" sz="3200">
              <a:solidFill>
                <a:srgbClr val="FFFFFF"/>
              </a:solidFill>
              <a:cs typeface="Calibri"/>
            </a:endParaRPr>
          </a:p>
          <a:p>
            <a:pPr lvl="1"/>
            <a:endParaRPr lang="en-US" sz="3200">
              <a:solidFill>
                <a:srgbClr val="FFFFFF"/>
              </a:solidFill>
              <a:cs typeface="Calibri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200">
                <a:solidFill>
                  <a:srgbClr val="FFFFFF"/>
                </a:solidFill>
              </a:rPr>
              <a:t>A perceived or actual role in budgetary decisions could drive an emphasis on cost-effectiveness and investment feasibility.</a:t>
            </a:r>
            <a:endParaRPr lang="en-US" sz="3200">
              <a:solidFill>
                <a:srgbClr val="FFFFFF"/>
              </a:solidFill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CY"/>
          </a:p>
        </p:txBody>
      </p:sp>
      <p:sp>
        <p:nvSpPr>
          <p:cNvPr id="3" name="TextBox 3"/>
          <p:cNvSpPr txBox="1"/>
          <p:nvPr/>
        </p:nvSpPr>
        <p:spPr>
          <a:xfrm>
            <a:off x="-1447800" y="4610100"/>
            <a:ext cx="14325600" cy="1305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659"/>
              </a:lnSpc>
            </a:pPr>
            <a:r>
              <a:rPr lang="en-US" sz="11000" b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RQND Pro"/>
                <a:sym typeface="RQND Pro"/>
              </a:rPr>
              <a:t>Thank you!</a:t>
            </a:r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2BD4980D-117B-081E-BC9B-39383E5E3134}"/>
              </a:ext>
            </a:extLst>
          </p:cNvPr>
          <p:cNvSpPr/>
          <p:nvPr/>
        </p:nvSpPr>
        <p:spPr>
          <a:xfrm flipH="1">
            <a:off x="10861059" y="3984428"/>
            <a:ext cx="6259557" cy="6302572"/>
          </a:xfrm>
          <a:custGeom>
            <a:avLst/>
            <a:gdLst/>
            <a:ahLst/>
            <a:cxnLst/>
            <a:rect l="l" t="t" r="r" b="b"/>
            <a:pathLst>
              <a:path w="6568709" h="5529658">
                <a:moveTo>
                  <a:pt x="6568709" y="0"/>
                </a:moveTo>
                <a:lnTo>
                  <a:pt x="0" y="0"/>
                </a:lnTo>
                <a:lnTo>
                  <a:pt x="0" y="5529658"/>
                </a:lnTo>
                <a:lnTo>
                  <a:pt x="6568709" y="5529658"/>
                </a:lnTo>
                <a:lnTo>
                  <a:pt x="656870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CY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4686d51-4c39-4add-9319-95dca35599d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56E10F4D5E5C47AF937CCAF3AD4FC6" ma:contentTypeVersion="12" ma:contentTypeDescription="Create a new document." ma:contentTypeScope="" ma:versionID="8be2cd216268e7cc2956e2c909d48df8">
  <xsd:schema xmlns:xsd="http://www.w3.org/2001/XMLSchema" xmlns:xs="http://www.w3.org/2001/XMLSchema" xmlns:p="http://schemas.microsoft.com/office/2006/metadata/properties" xmlns:ns3="a4686d51-4c39-4add-9319-95dca35599d5" targetNamespace="http://schemas.microsoft.com/office/2006/metadata/properties" ma:root="true" ma:fieldsID="6bc96fe8c55102ad80fd5a632fbccf11" ns3:_="">
    <xsd:import namespace="a4686d51-4c39-4add-9319-95dca35599d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SystemTags" minOccurs="0"/>
                <xsd:element ref="ns3:MediaServiceLocation" minOccurs="0"/>
                <xsd:element ref="ns3:MediaServiceOCR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686d51-4c39-4add-9319-95dca35599d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B451A7A-9C7E-4C49-BDB2-9E962D3C6070}">
  <ds:schemaRefs>
    <ds:schemaRef ds:uri="a4686d51-4c39-4add-9319-95dca35599d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64C6A00-1BF0-49DE-82B5-43FD29B0FC66}">
  <ds:schemaRefs>
    <ds:schemaRef ds:uri="a4686d51-4c39-4add-9319-95dca35599d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C0E968E-D858-44D8-9A19-16FDC21415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735</Words>
  <Application>Microsoft Office PowerPoint</Application>
  <PresentationFormat>Custom</PresentationFormat>
  <Paragraphs>76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Tomorrow Bold</vt:lpstr>
      <vt:lpstr>Tomorrow</vt:lpstr>
      <vt:lpstr>Calibri</vt:lpstr>
      <vt:lpstr>Arial</vt:lpstr>
      <vt:lpstr>Aptos</vt:lpstr>
      <vt:lpstr>RQND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and White Illustrative Virtual Reality Technology Presentation</dc:title>
  <cp:lastModifiedBy>Georgios A. Karyos</cp:lastModifiedBy>
  <cp:revision>5</cp:revision>
  <dcterms:created xsi:type="dcterms:W3CDTF">2006-08-16T00:00:00Z</dcterms:created>
  <dcterms:modified xsi:type="dcterms:W3CDTF">2024-11-25T16:14:08Z</dcterms:modified>
  <dc:identifier>DAGW2CJc8c0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0x010100D756E10F4D5E5C47AF937CCAF3AD4FC6</vt:lpwstr>
  </property>
</Properties>
</file>